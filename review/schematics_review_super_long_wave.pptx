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61" r:id="rId2"/>
    <p:sldId id="296" r:id="rId3"/>
    <p:sldId id="297" r:id="rId4"/>
    <p:sldId id="299" r:id="rId5"/>
    <p:sldId id="277" r:id="rId6"/>
    <p:sldId id="275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278" r:id="rId15"/>
    <p:sldId id="283" r:id="rId16"/>
    <p:sldId id="290" r:id="rId17"/>
    <p:sldId id="291" r:id="rId18"/>
    <p:sldId id="280" r:id="rId19"/>
    <p:sldId id="293" r:id="rId20"/>
    <p:sldId id="292" r:id="rId21"/>
    <p:sldId id="294" r:id="rId22"/>
    <p:sldId id="284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0474F2-30E5-4C01-A5DB-AB2E1E9AFD69}" v="123" dt="2026-05-10T03:08:55.7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48" autoAdjust="0"/>
    <p:restoredTop sz="83767" autoAdjust="0"/>
  </p:normalViewPr>
  <p:slideViewPr>
    <p:cSldViewPr snapToGrid="0">
      <p:cViewPr varScale="1">
        <p:scale>
          <a:sx n="71" d="100"/>
          <a:sy n="71" d="100"/>
        </p:scale>
        <p:origin x="256" y="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2532" y="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豊 小谷" userId="3605ec3106b20ed8" providerId="LiveId" clId="{05627680-9581-44A8-A355-DE20D011879F}"/>
    <pc:docChg chg="undo redo custSel addSld delSld modSld">
      <pc:chgData name="豊 小谷" userId="3605ec3106b20ed8" providerId="LiveId" clId="{05627680-9581-44A8-A355-DE20D011879F}" dt="2026-05-10T07:10:27.330" v="3354"/>
      <pc:docMkLst>
        <pc:docMk/>
      </pc:docMkLst>
      <pc:sldChg chg="addSp delSp modSp mod modNotesTx">
        <pc:chgData name="豊 小谷" userId="3605ec3106b20ed8" providerId="LiveId" clId="{05627680-9581-44A8-A355-DE20D011879F}" dt="2026-05-10T00:37:57.283" v="694" actId="20577"/>
        <pc:sldMkLst>
          <pc:docMk/>
          <pc:sldMk cId="2881290642" sldId="261"/>
        </pc:sldMkLst>
        <pc:spChg chg="mod">
          <ac:chgData name="豊 小谷" userId="3605ec3106b20ed8" providerId="LiveId" clId="{05627680-9581-44A8-A355-DE20D011879F}" dt="2026-05-09T13:36:22.684" v="227" actId="20577"/>
          <ac:spMkLst>
            <pc:docMk/>
            <pc:sldMk cId="2881290642" sldId="261"/>
            <ac:spMk id="2" creationId="{C961F07B-F036-AEB6-9E15-27930A70B3E5}"/>
          </ac:spMkLst>
        </pc:spChg>
        <pc:spChg chg="mod">
          <ac:chgData name="豊 小谷" userId="3605ec3106b20ed8" providerId="LiveId" clId="{05627680-9581-44A8-A355-DE20D011879F}" dt="2026-05-10T00:37:14.046" v="693" actId="20577"/>
          <ac:spMkLst>
            <pc:docMk/>
            <pc:sldMk cId="2881290642" sldId="261"/>
            <ac:spMk id="3" creationId="{CAAA61F1-4BA6-C457-E76C-FDF43B4E3183}"/>
          </ac:spMkLst>
        </pc:spChg>
        <pc:spChg chg="add del mod">
          <ac:chgData name="豊 小谷" userId="3605ec3106b20ed8" providerId="LiveId" clId="{05627680-9581-44A8-A355-DE20D011879F}" dt="2026-05-10T00:33:30.001" v="640" actId="478"/>
          <ac:spMkLst>
            <pc:docMk/>
            <pc:sldMk cId="2881290642" sldId="261"/>
            <ac:spMk id="8" creationId="{1E6CB9B6-F7E3-0808-7516-D0FCA01007A8}"/>
          </ac:spMkLst>
        </pc:spChg>
        <pc:spChg chg="add del mod">
          <ac:chgData name="豊 小谷" userId="3605ec3106b20ed8" providerId="LiveId" clId="{05627680-9581-44A8-A355-DE20D011879F}" dt="2026-05-10T00:34:04.588" v="653" actId="478"/>
          <ac:spMkLst>
            <pc:docMk/>
            <pc:sldMk cId="2881290642" sldId="261"/>
            <ac:spMk id="10" creationId="{F59A90D8-CD7B-4015-8B3F-7C4E26C729DB}"/>
          </ac:spMkLst>
        </pc:spChg>
        <pc:picChg chg="add mod ord">
          <ac:chgData name="豊 小谷" userId="3605ec3106b20ed8" providerId="LiveId" clId="{05627680-9581-44A8-A355-DE20D011879F}" dt="2026-05-10T00:34:01.217" v="652" actId="1076"/>
          <ac:picMkLst>
            <pc:docMk/>
            <pc:sldMk cId="2881290642" sldId="261"/>
            <ac:picMk id="5" creationId="{207F96F6-0283-E961-5C37-89F47AF70B71}"/>
          </ac:picMkLst>
        </pc:picChg>
        <pc:picChg chg="add del">
          <ac:chgData name="豊 小谷" userId="3605ec3106b20ed8" providerId="LiveId" clId="{05627680-9581-44A8-A355-DE20D011879F}" dt="2026-05-10T00:33:32.182" v="642" actId="478"/>
          <ac:picMkLst>
            <pc:docMk/>
            <pc:sldMk cId="2881290642" sldId="261"/>
            <ac:picMk id="6" creationId="{C56D6767-C031-3C4E-D767-9D8E0D58CB76}"/>
          </ac:picMkLst>
        </pc:picChg>
      </pc:sldChg>
      <pc:sldChg chg="modSp mod">
        <pc:chgData name="豊 小谷" userId="3605ec3106b20ed8" providerId="LiveId" clId="{05627680-9581-44A8-A355-DE20D011879F}" dt="2026-05-10T02:02:41.097" v="1978" actId="20577"/>
        <pc:sldMkLst>
          <pc:docMk/>
          <pc:sldMk cId="2309114694" sldId="262"/>
        </pc:sldMkLst>
        <pc:spChg chg="mod">
          <ac:chgData name="豊 小谷" userId="3605ec3106b20ed8" providerId="LiveId" clId="{05627680-9581-44A8-A355-DE20D011879F}" dt="2026-05-09T13:07:18.274" v="7" actId="6549"/>
          <ac:spMkLst>
            <pc:docMk/>
            <pc:sldMk cId="2309114694" sldId="262"/>
            <ac:spMk id="3" creationId="{883423FF-E49C-B2EE-4962-A433D3110ED9}"/>
          </ac:spMkLst>
        </pc:spChg>
        <pc:spChg chg="mod">
          <ac:chgData name="豊 小谷" userId="3605ec3106b20ed8" providerId="LiveId" clId="{05627680-9581-44A8-A355-DE20D011879F}" dt="2026-05-09T13:08:28.510" v="84" actId="20577"/>
          <ac:spMkLst>
            <pc:docMk/>
            <pc:sldMk cId="2309114694" sldId="262"/>
            <ac:spMk id="4" creationId="{8A85FD3F-980E-B6B5-6FCA-451483397AAC}"/>
          </ac:spMkLst>
        </pc:spChg>
        <pc:spChg chg="mod">
          <ac:chgData name="豊 小谷" userId="3605ec3106b20ed8" providerId="LiveId" clId="{05627680-9581-44A8-A355-DE20D011879F}" dt="2026-05-09T13:08:39.984" v="102" actId="20577"/>
          <ac:spMkLst>
            <pc:docMk/>
            <pc:sldMk cId="2309114694" sldId="262"/>
            <ac:spMk id="6" creationId="{80D2A1DE-0977-E1FF-8CFD-0E698975501A}"/>
          </ac:spMkLst>
        </pc:spChg>
        <pc:spChg chg="mod">
          <ac:chgData name="豊 小谷" userId="3605ec3106b20ed8" providerId="LiveId" clId="{05627680-9581-44A8-A355-DE20D011879F}" dt="2026-05-09T13:35:46.942" v="207" actId="20577"/>
          <ac:spMkLst>
            <pc:docMk/>
            <pc:sldMk cId="2309114694" sldId="262"/>
            <ac:spMk id="8" creationId="{DE90BF70-22FF-F34D-9AA1-3E94C476D2F9}"/>
          </ac:spMkLst>
        </pc:spChg>
        <pc:spChg chg="mod">
          <ac:chgData name="豊 小谷" userId="3605ec3106b20ed8" providerId="LiveId" clId="{05627680-9581-44A8-A355-DE20D011879F}" dt="2026-05-09T13:09:01.287" v="139" actId="20577"/>
          <ac:spMkLst>
            <pc:docMk/>
            <pc:sldMk cId="2309114694" sldId="262"/>
            <ac:spMk id="10" creationId="{AD869DF4-B32D-B21F-47C9-8F34FA8AA9DB}"/>
          </ac:spMkLst>
        </pc:spChg>
        <pc:spChg chg="mod">
          <ac:chgData name="豊 小谷" userId="3605ec3106b20ed8" providerId="LiveId" clId="{05627680-9581-44A8-A355-DE20D011879F}" dt="2026-05-09T13:09:24.709" v="155" actId="20577"/>
          <ac:spMkLst>
            <pc:docMk/>
            <pc:sldMk cId="2309114694" sldId="262"/>
            <ac:spMk id="12" creationId="{E6EC81BC-899D-85F0-DFA8-DFC657B90422}"/>
          </ac:spMkLst>
        </pc:spChg>
        <pc:spChg chg="mod">
          <ac:chgData name="豊 小谷" userId="3605ec3106b20ed8" providerId="LiveId" clId="{05627680-9581-44A8-A355-DE20D011879F}" dt="2026-05-10T02:01:53.704" v="1960" actId="20577"/>
          <ac:spMkLst>
            <pc:docMk/>
            <pc:sldMk cId="2309114694" sldId="262"/>
            <ac:spMk id="14" creationId="{FC4C707C-8103-E7B0-21AE-CB72D0953796}"/>
          </ac:spMkLst>
        </pc:spChg>
        <pc:spChg chg="mod">
          <ac:chgData name="豊 小谷" userId="3605ec3106b20ed8" providerId="LiveId" clId="{05627680-9581-44A8-A355-DE20D011879F}" dt="2026-05-10T02:02:41.097" v="1978" actId="20577"/>
          <ac:spMkLst>
            <pc:docMk/>
            <pc:sldMk cId="2309114694" sldId="262"/>
            <ac:spMk id="16" creationId="{C289D3E0-4B14-B2AE-C676-1FD6730DF579}"/>
          </ac:spMkLst>
        </pc:spChg>
        <pc:spChg chg="mod">
          <ac:chgData name="豊 小谷" userId="3605ec3106b20ed8" providerId="LiveId" clId="{05627680-9581-44A8-A355-DE20D011879F}" dt="2026-05-09T13:09:48.677" v="175" actId="20577"/>
          <ac:spMkLst>
            <pc:docMk/>
            <pc:sldMk cId="2309114694" sldId="262"/>
            <ac:spMk id="18" creationId="{7BFD0AE3-3330-41FB-0921-382A1FF2F4D9}"/>
          </ac:spMkLst>
        </pc:spChg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609382087" sldId="263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819418187" sldId="264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572870471" sldId="265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117397941" sldId="267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564216696" sldId="268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965481433" sldId="269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902547287" sldId="270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824370888" sldId="271"/>
        </pc:sldMkLst>
      </pc:sldChg>
      <pc:sldChg chg="modSp add del mod">
        <pc:chgData name="豊 小谷" userId="3605ec3106b20ed8" providerId="LiveId" clId="{05627680-9581-44A8-A355-DE20D011879F}" dt="2026-05-10T00:43:00.567" v="711" actId="47"/>
        <pc:sldMkLst>
          <pc:docMk/>
          <pc:sldMk cId="3636556012" sldId="272"/>
        </pc:sldMkLst>
        <pc:spChg chg="mod">
          <ac:chgData name="豊 小谷" userId="3605ec3106b20ed8" providerId="LiveId" clId="{05627680-9581-44A8-A355-DE20D011879F}" dt="2026-05-09T13:46:01.931" v="559" actId="20577"/>
          <ac:spMkLst>
            <pc:docMk/>
            <pc:sldMk cId="3636556012" sldId="272"/>
            <ac:spMk id="3" creationId="{2E53B8E0-A696-33C1-E457-8A286C0EC7CB}"/>
          </ac:spMkLst>
        </pc:spChg>
        <pc:spChg chg="mod">
          <ac:chgData name="豊 小谷" userId="3605ec3106b20ed8" providerId="LiveId" clId="{05627680-9581-44A8-A355-DE20D011879F}" dt="2026-05-09T13:37:59.565" v="238" actId="20577"/>
          <ac:spMkLst>
            <pc:docMk/>
            <pc:sldMk cId="3636556012" sldId="272"/>
            <ac:spMk id="4" creationId="{BDB553F6-57AB-8AD1-A6A7-513588D611DD}"/>
          </ac:spMkLst>
        </pc:spChg>
        <pc:spChg chg="mod">
          <ac:chgData name="豊 小谷" userId="3605ec3106b20ed8" providerId="LiveId" clId="{05627680-9581-44A8-A355-DE20D011879F}" dt="2026-05-09T13:39:28.537" v="258" actId="6549"/>
          <ac:spMkLst>
            <pc:docMk/>
            <pc:sldMk cId="3636556012" sldId="272"/>
            <ac:spMk id="5" creationId="{1BCC78E3-3EE2-4EC4-DF56-B22066B422F7}"/>
          </ac:spMkLst>
        </pc:spChg>
        <pc:spChg chg="mod">
          <ac:chgData name="豊 小谷" userId="3605ec3106b20ed8" providerId="LiveId" clId="{05627680-9581-44A8-A355-DE20D011879F}" dt="2026-05-09T13:39:42.041" v="281" actId="20577"/>
          <ac:spMkLst>
            <pc:docMk/>
            <pc:sldMk cId="3636556012" sldId="272"/>
            <ac:spMk id="6" creationId="{08FAE60A-63F2-3F94-46A8-F4A0A6CFB392}"/>
          </ac:spMkLst>
        </pc:spChg>
        <pc:spChg chg="mod">
          <ac:chgData name="豊 小谷" userId="3605ec3106b20ed8" providerId="LiveId" clId="{05627680-9581-44A8-A355-DE20D011879F}" dt="2026-05-09T13:40:12.127" v="306" actId="108"/>
          <ac:spMkLst>
            <pc:docMk/>
            <pc:sldMk cId="3636556012" sldId="272"/>
            <ac:spMk id="9" creationId="{995CA84D-05A9-5371-2DAC-60411012539E}"/>
          </ac:spMkLst>
        </pc:spChg>
        <pc:spChg chg="mod">
          <ac:chgData name="豊 小谷" userId="3605ec3106b20ed8" providerId="LiveId" clId="{05627680-9581-44A8-A355-DE20D011879F}" dt="2026-05-09T13:41:13.146" v="332" actId="20577"/>
          <ac:spMkLst>
            <pc:docMk/>
            <pc:sldMk cId="3636556012" sldId="272"/>
            <ac:spMk id="10" creationId="{5AD8D492-7BF5-62FB-D4E6-72176D82E1E7}"/>
          </ac:spMkLst>
        </pc:spChg>
        <pc:spChg chg="mod">
          <ac:chgData name="豊 小谷" userId="3605ec3106b20ed8" providerId="LiveId" clId="{05627680-9581-44A8-A355-DE20D011879F}" dt="2026-05-09T13:39:47.783" v="292" actId="20577"/>
          <ac:spMkLst>
            <pc:docMk/>
            <pc:sldMk cId="3636556012" sldId="272"/>
            <ac:spMk id="11" creationId="{A2F2194C-D24F-A36C-98D1-6829B46E771E}"/>
          </ac:spMkLst>
        </pc:spChg>
        <pc:spChg chg="mod">
          <ac:chgData name="豊 小谷" userId="3605ec3106b20ed8" providerId="LiveId" clId="{05627680-9581-44A8-A355-DE20D011879F}" dt="2026-05-09T13:39:54.393" v="305" actId="20577"/>
          <ac:spMkLst>
            <pc:docMk/>
            <pc:sldMk cId="3636556012" sldId="272"/>
            <ac:spMk id="12" creationId="{3D8884EC-6048-A141-0808-9A62E444E86F}"/>
          </ac:spMkLst>
        </pc:spChg>
        <pc:spChg chg="mod">
          <ac:chgData name="豊 小谷" userId="3605ec3106b20ed8" providerId="LiveId" clId="{05627680-9581-44A8-A355-DE20D011879F}" dt="2026-05-09T13:39:38.275" v="278" actId="20577"/>
          <ac:spMkLst>
            <pc:docMk/>
            <pc:sldMk cId="3636556012" sldId="272"/>
            <ac:spMk id="13" creationId="{68A6B11E-C9D4-B425-F33E-0AA06A7C0173}"/>
          </ac:spMkLst>
        </pc:spChg>
        <pc:spChg chg="mod">
          <ac:chgData name="豊 小谷" userId="3605ec3106b20ed8" providerId="LiveId" clId="{05627680-9581-44A8-A355-DE20D011879F}" dt="2026-05-09T13:39:16.283" v="246" actId="20577"/>
          <ac:spMkLst>
            <pc:docMk/>
            <pc:sldMk cId="3636556012" sldId="272"/>
            <ac:spMk id="48" creationId="{3690B298-41B7-60D9-1FD8-C85EB45AE69B}"/>
          </ac:spMkLst>
        </pc:spChg>
        <pc:spChg chg="mod">
          <ac:chgData name="豊 小谷" userId="3605ec3106b20ed8" providerId="LiveId" clId="{05627680-9581-44A8-A355-DE20D011879F}" dt="2026-05-09T13:39:25.398" v="256" actId="20577"/>
          <ac:spMkLst>
            <pc:docMk/>
            <pc:sldMk cId="3636556012" sldId="272"/>
            <ac:spMk id="50" creationId="{8B0922BA-3FBA-B448-060A-5F74158E9A38}"/>
          </ac:spMkLst>
        </pc:spChg>
      </pc:sldChg>
      <pc:sldChg chg="addSp delSp modSp new del mod">
        <pc:chgData name="豊 小谷" userId="3605ec3106b20ed8" providerId="LiveId" clId="{05627680-9581-44A8-A355-DE20D011879F}" dt="2026-05-10T00:34:22.912" v="654" actId="47"/>
        <pc:sldMkLst>
          <pc:docMk/>
          <pc:sldMk cId="1403887647" sldId="273"/>
        </pc:sldMkLst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5" creationId="{724CA040-A07D-9B77-BFD5-A8BBE9548ACC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6" creationId="{F28ECF64-A42E-06F7-C0CB-78BB976D9205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7" creationId="{CA999A02-FB81-E494-A9F2-A41A6F2E1118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8" creationId="{A83034F7-C797-D7EE-37D0-9097F09CF80A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9" creationId="{5E6A7265-99B5-4678-3FDB-A902C455682E}"/>
          </ac:spMkLst>
        </pc:spChg>
        <pc:grpChg chg="add mod">
          <ac:chgData name="豊 小谷" userId="3605ec3106b20ed8" providerId="LiveId" clId="{05627680-9581-44A8-A355-DE20D011879F}" dt="2026-05-10T00:22:37.632" v="631" actId="164"/>
          <ac:grpSpMkLst>
            <pc:docMk/>
            <pc:sldMk cId="1403887647" sldId="273"/>
            <ac:grpSpMk id="16" creationId="{D2509243-A3CC-CFDA-02DC-080824F652AA}"/>
          </ac:grpSpMkLst>
        </pc:grpChg>
        <pc:picChg chg="add mod">
          <ac:chgData name="豊 小谷" userId="3605ec3106b20ed8" providerId="LiveId" clId="{05627680-9581-44A8-A355-DE20D011879F}" dt="2026-05-10T00:20:57.806" v="607" actId="1076"/>
          <ac:picMkLst>
            <pc:docMk/>
            <pc:sldMk cId="1403887647" sldId="273"/>
            <ac:picMk id="4" creationId="{D780843B-DAFC-B836-850D-D06EDD617DCE}"/>
          </ac:picMkLst>
        </pc:pic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1" creationId="{98339D3C-8FA7-024E-5273-9B3018C82EDA}"/>
          </ac:cxnSpMkLst>
        </pc:cxn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2" creationId="{913011C3-33F7-9575-FBD9-5980749A909C}"/>
          </ac:cxnSpMkLst>
        </pc:cxnChg>
        <pc:cxnChg chg="add del mod">
          <ac:chgData name="豊 小谷" userId="3605ec3106b20ed8" providerId="LiveId" clId="{05627680-9581-44A8-A355-DE20D011879F}" dt="2026-05-10T00:23:02.561" v="636" actId="478"/>
          <ac:cxnSpMkLst>
            <pc:docMk/>
            <pc:sldMk cId="1403887647" sldId="273"/>
            <ac:cxnSpMk id="18" creationId="{11710934-5181-4DCA-10CC-CF2F4252BF07}"/>
          </ac:cxnSpMkLst>
        </pc:cxnChg>
      </pc:sldChg>
      <pc:sldChg chg="addSp delSp modSp add mod">
        <pc:chgData name="豊 小谷" userId="3605ec3106b20ed8" providerId="LiveId" clId="{05627680-9581-44A8-A355-DE20D011879F}" dt="2026-05-10T02:57:39.098" v="2967" actId="20577"/>
        <pc:sldMkLst>
          <pc:docMk/>
          <pc:sldMk cId="1976520110" sldId="273"/>
        </pc:sldMkLst>
        <pc:spChg chg="mod">
          <ac:chgData name="豊 小谷" userId="3605ec3106b20ed8" providerId="LiveId" clId="{05627680-9581-44A8-A355-DE20D011879F}" dt="2026-05-10T02:57:39.098" v="2967" actId="20577"/>
          <ac:spMkLst>
            <pc:docMk/>
            <pc:sldMk cId="1976520110" sldId="273"/>
            <ac:spMk id="3" creationId="{270F0B80-2F68-04B7-BED2-1E3CB8B97606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5" creationId="{B9C9A329-1E0F-1809-099C-0ABF5EB7C30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6" creationId="{E4B2F23D-2729-0C3E-224A-48C57C7922BE}"/>
          </ac:spMkLst>
        </pc:spChg>
        <pc:spChg chg="mod topLvl">
          <ac:chgData name="豊 小谷" userId="3605ec3106b20ed8" providerId="LiveId" clId="{05627680-9581-44A8-A355-DE20D011879F}" dt="2026-05-10T01:52:45.872" v="1867" actId="164"/>
          <ac:spMkLst>
            <pc:docMk/>
            <pc:sldMk cId="1976520110" sldId="273"/>
            <ac:spMk id="7" creationId="{5C231CA1-68F8-1CC7-479C-9E3F46BF022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8" creationId="{F63D841C-B540-62DB-3FC8-DCA442A63658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9" creationId="{4036B152-A2C0-471C-03E4-670628769B8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0" creationId="{1B133EF2-5652-10C7-C8D9-F3C0A0DFDC9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11" creationId="{240BA82F-C4E9-8362-79A3-D76081C69AFC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2" creationId="{1D5F9D42-7396-1EC9-5C4B-10555362418A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3" creationId="{976B84E9-6250-D8B6-BF75-C91300816F13}"/>
          </ac:spMkLst>
        </pc:spChg>
        <pc:spChg chg="add del">
          <ac:chgData name="豊 小谷" userId="3605ec3106b20ed8" providerId="LiveId" clId="{05627680-9581-44A8-A355-DE20D011879F}" dt="2026-05-10T00:54:40.298" v="872" actId="22"/>
          <ac:spMkLst>
            <pc:docMk/>
            <pc:sldMk cId="1976520110" sldId="273"/>
            <ac:spMk id="16" creationId="{16D56809-A61A-D314-2255-AB57AC1EA6BD}"/>
          </ac:spMkLst>
        </pc:spChg>
        <pc:spChg chg="add del">
          <ac:chgData name="豊 小谷" userId="3605ec3106b20ed8" providerId="LiveId" clId="{05627680-9581-44A8-A355-DE20D011879F}" dt="2026-05-10T00:54:41.895" v="874" actId="22"/>
          <ac:spMkLst>
            <pc:docMk/>
            <pc:sldMk cId="1976520110" sldId="273"/>
            <ac:spMk id="19" creationId="{D4A9CBC6-C6E3-2710-912B-7E22352BEB73}"/>
          </ac:spMkLst>
        </pc:spChg>
        <pc:spChg chg="mod">
          <ac:chgData name="豊 小谷" userId="3605ec3106b20ed8" providerId="LiveId" clId="{05627680-9581-44A8-A355-DE20D011879F}" dt="2026-05-10T01:54:52.504" v="1909" actId="164"/>
          <ac:spMkLst>
            <pc:docMk/>
            <pc:sldMk cId="1976520110" sldId="273"/>
            <ac:spMk id="48" creationId="{23D5B0C3-EA72-E575-7EC3-241D237E703E}"/>
          </ac:spMkLst>
        </pc:spChg>
        <pc:spChg chg="mod topLvl">
          <ac:chgData name="豊 小谷" userId="3605ec3106b20ed8" providerId="LiveId" clId="{05627680-9581-44A8-A355-DE20D011879F}" dt="2026-05-10T01:54:32.911" v="1905" actId="1076"/>
          <ac:spMkLst>
            <pc:docMk/>
            <pc:sldMk cId="1976520110" sldId="273"/>
            <ac:spMk id="50" creationId="{8662A64E-62BD-50A7-B4D7-5681D3B948E1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6" creationId="{77235730-C10D-5B4E-ED56-8ED62F05CDD4}"/>
          </ac:spMkLst>
        </pc:spChg>
        <pc:spChg chg="mod topLvl">
          <ac:chgData name="豊 小谷" userId="3605ec3106b20ed8" providerId="LiveId" clId="{05627680-9581-44A8-A355-DE20D011879F}" dt="2026-05-10T01:32:36.978" v="1633" actId="20577"/>
          <ac:spMkLst>
            <pc:docMk/>
            <pc:sldMk cId="1976520110" sldId="273"/>
            <ac:spMk id="67" creationId="{6999D317-0808-04EC-F0D0-A0009AC9AD4F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8" creationId="{85BEBE53-C7B4-373E-CDDD-5CFAC7ED2456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9" creationId="{9AFBD6A1-1DC1-0935-2FE0-4A40A1B53D52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0" creationId="{C599360C-4935-7570-6A2E-DA87AD9BAE0E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1" creationId="{631776F6-DC3A-5DA7-D6DF-868763DE8F3B}"/>
          </ac:spMkLst>
        </pc:spChg>
        <pc:spChg chg="mod topLvl">
          <ac:chgData name="豊 小谷" userId="3605ec3106b20ed8" providerId="LiveId" clId="{05627680-9581-44A8-A355-DE20D011879F}" dt="2026-05-10T01:29:46.572" v="1528" actId="571"/>
          <ac:spMkLst>
            <pc:docMk/>
            <pc:sldMk cId="1976520110" sldId="273"/>
            <ac:spMk id="73" creationId="{E627D2AC-CB09-E49D-0463-48DD9CB1A459}"/>
          </ac:spMkLst>
        </pc:spChg>
        <pc:spChg chg="del mod topLvl">
          <ac:chgData name="豊 小谷" userId="3605ec3106b20ed8" providerId="LiveId" clId="{05627680-9581-44A8-A355-DE20D011879F}" dt="2026-05-10T01:20:55.498" v="1442" actId="478"/>
          <ac:spMkLst>
            <pc:docMk/>
            <pc:sldMk cId="1976520110" sldId="273"/>
            <ac:spMk id="74" creationId="{AC89F1EC-A984-89D2-65AE-90D3679A29ED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8" creationId="{7F6259F8-E100-CBA1-1672-7D84D4951BC6}"/>
          </ac:spMkLst>
        </pc:spChg>
        <pc:spChg chg="add del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9" creationId="{774BBEB8-CE0A-DDBE-B671-372BF1E4672B}"/>
          </ac:spMkLst>
        </pc:spChg>
        <pc:spChg chg="add mod">
          <ac:chgData name="豊 小谷" userId="3605ec3106b20ed8" providerId="LiveId" clId="{05627680-9581-44A8-A355-DE20D011879F}" dt="2026-05-10T01:38:30.885" v="1682" actId="20577"/>
          <ac:spMkLst>
            <pc:docMk/>
            <pc:sldMk cId="1976520110" sldId="273"/>
            <ac:spMk id="85" creationId="{D28AC3AE-40B1-FD22-90FC-9D1B6A3DCB7E}"/>
          </ac:spMkLst>
        </pc:spChg>
        <pc:spChg chg="add mod">
          <ac:chgData name="豊 小谷" userId="3605ec3106b20ed8" providerId="LiveId" clId="{05627680-9581-44A8-A355-DE20D011879F}" dt="2026-05-10T01:32:26.472" v="1627" actId="20577"/>
          <ac:spMkLst>
            <pc:docMk/>
            <pc:sldMk cId="1976520110" sldId="273"/>
            <ac:spMk id="93" creationId="{A7005717-B78B-444E-CE52-06F97028211E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99" creationId="{A2520F0C-BAE6-7596-B23E-026E289D1BE2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26" creationId="{B1DCCA3E-734A-D8EB-4E67-52A180C3ABC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29" creationId="{C824FCE1-C8E9-C0E7-8D60-FD46C6038CC2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1" creationId="{57612BD8-C24C-57B1-7F79-E29524D4009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2" creationId="{ECAA2021-9A6C-1C58-5C72-55A1FC5475F0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4" creationId="{5604A7E4-970B-6131-AB2B-D4BA78B53B8C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5" creationId="{F0EBDCDB-A6DF-FDC4-4368-BB666B3B25E4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6" creationId="{3DF6D5FF-037F-0310-A5A1-74F6B3C393CE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3" creationId="{5F84C5E8-BCA0-338E-A6AF-95D876DD315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5" creationId="{1C8371A0-0896-725E-74FB-7744026C583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6" creationId="{2E33F436-491A-BF38-00F2-E7C20C5EE76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51" creationId="{C20C3BBD-421C-968E-B022-0D36BACFF6EA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55" creationId="{E86B9204-E0BF-D575-5636-BFB5C288B3A2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60" creationId="{49DDC134-FAD1-C737-BBEE-7793C26034BA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6" creationId="{6333F0E6-DB5E-4EBA-B471-C6AFAB898038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7" creationId="{2C2CB439-72C8-C613-168B-F2202D41AA5F}"/>
          </ac:spMkLst>
        </pc:spChg>
        <pc:spChg chg="add mod">
          <ac:chgData name="豊 小谷" userId="3605ec3106b20ed8" providerId="LiveId" clId="{05627680-9581-44A8-A355-DE20D011879F}" dt="2026-05-10T01:55:00.546" v="1910" actId="164"/>
          <ac:spMkLst>
            <pc:docMk/>
            <pc:sldMk cId="1976520110" sldId="273"/>
            <ac:spMk id="191" creationId="{27BC560B-2C8B-5D39-7EAB-DAB6D6589673}"/>
          </ac:spMkLst>
        </pc:spChg>
        <pc:spChg chg="add mod">
          <ac:chgData name="豊 小谷" userId="3605ec3106b20ed8" providerId="LiveId" clId="{05627680-9581-44A8-A355-DE20D011879F}" dt="2026-05-10T01:54:44.082" v="1908" actId="20577"/>
          <ac:spMkLst>
            <pc:docMk/>
            <pc:sldMk cId="1976520110" sldId="273"/>
            <ac:spMk id="194" creationId="{B186E26D-6E91-7DD9-4638-05C1A2014DD1}"/>
          </ac:spMkLst>
        </pc:spChg>
        <pc:grpChg chg="mod">
          <ac:chgData name="豊 小谷" userId="3605ec3106b20ed8" providerId="LiveId" clId="{05627680-9581-44A8-A355-DE20D011879F}" dt="2026-05-10T01:15:53.926" v="1362" actId="1076"/>
          <ac:grpSpMkLst>
            <pc:docMk/>
            <pc:sldMk cId="1976520110" sldId="273"/>
            <ac:grpSpMk id="51" creationId="{21A0FED9-2F88-9E95-C71A-4D47679D2198}"/>
          </ac:grpSpMkLst>
        </pc:grpChg>
        <pc:grpChg chg="mod">
          <ac:chgData name="豊 小谷" userId="3605ec3106b20ed8" providerId="LiveId" clId="{05627680-9581-44A8-A355-DE20D011879F}" dt="2026-05-10T01:19:17.245" v="1411" actId="1076"/>
          <ac:grpSpMkLst>
            <pc:docMk/>
            <pc:sldMk cId="1976520110" sldId="273"/>
            <ac:grpSpMk id="64" creationId="{08FCC91A-938F-80D7-3BF8-6A0248812A23}"/>
          </ac:grpSpMkLst>
        </pc:grpChg>
        <pc:grpChg chg="mod">
          <ac:chgData name="豊 小谷" userId="3605ec3106b20ed8" providerId="LiveId" clId="{05627680-9581-44A8-A355-DE20D011879F}" dt="2026-05-10T01:19:44.291" v="1413" actId="1076"/>
          <ac:grpSpMkLst>
            <pc:docMk/>
            <pc:sldMk cId="1976520110" sldId="273"/>
            <ac:grpSpMk id="65" creationId="{53E95F9B-31C9-2BA3-A8E5-EE836D9AE629}"/>
          </ac:grpSpMkLst>
        </pc:grpChg>
        <pc:grpChg chg="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06" creationId="{EB1915D8-6E36-BDC7-69D1-B4D0C10500EE}"/>
          </ac:grpSpMkLst>
        </pc:grpChg>
        <pc:grpChg chg="mod">
          <ac:chgData name="豊 小谷" userId="3605ec3106b20ed8" providerId="LiveId" clId="{05627680-9581-44A8-A355-DE20D011879F}" dt="2026-05-10T01:27:05.145" v="1520" actId="1076"/>
          <ac:grpSpMkLst>
            <pc:docMk/>
            <pc:sldMk cId="1976520110" sldId="273"/>
            <ac:grpSpMk id="122" creationId="{35B5271A-8B8E-49FA-C2C0-6635D7198383}"/>
          </ac:grpSpMkLst>
        </pc:grpChg>
        <pc:grpChg chg="add 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88" creationId="{B8146647-DF66-5EBA-4C18-FA0C2E495ECC}"/>
          </ac:grpSpMkLst>
        </pc:grpChg>
        <pc:grpChg chg="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89" creationId="{D3289EAD-7393-016A-BEEF-0BECD6429CC9}"/>
          </ac:grpSpMkLst>
        </pc:grpChg>
        <pc:grpChg chg="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0" creationId="{9BC7EA2C-1341-5085-C7AC-2169C6FCB83E}"/>
          </ac:grpSpMkLst>
        </pc:grpChg>
        <pc:grpChg chg="add 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5" creationId="{DAD10B46-1394-3427-8021-AB60E3D3BCDE}"/>
          </ac:grpSpMkLst>
        </pc:grpChg>
        <pc:grpChg chg="add 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96" creationId="{C1C81244-4621-B1E2-651B-A7EDCF0CFFFD}"/>
          </ac:grpSpMkLst>
        </pc:grpChg>
        <pc:cxnChg chg="mod">
          <ac:chgData name="豊 小谷" userId="3605ec3106b20ed8" providerId="LiveId" clId="{05627680-9581-44A8-A355-DE20D011879F}" dt="2026-05-10T01:17:33.230" v="1380" actId="12788"/>
          <ac:cxnSpMkLst>
            <pc:docMk/>
            <pc:sldMk cId="1976520110" sldId="273"/>
            <ac:cxnSpMk id="15" creationId="{3D663EC1-D4A8-F8D4-CC6B-2B4F7E7E1665}"/>
          </ac:cxnSpMkLst>
        </pc:cxnChg>
        <pc:cxnChg chg="mod">
          <ac:chgData name="豊 小谷" userId="3605ec3106b20ed8" providerId="LiveId" clId="{05627680-9581-44A8-A355-DE20D011879F}" dt="2026-05-10T01:16:49.488" v="1368" actId="12788"/>
          <ac:cxnSpMkLst>
            <pc:docMk/>
            <pc:sldMk cId="1976520110" sldId="273"/>
            <ac:cxnSpMk id="17" creationId="{D1F407D7-2383-A11B-207F-24352F0E5C6A}"/>
          </ac:cxnSpMkLst>
        </pc:cxnChg>
        <pc:cxnChg chg="del mod">
          <ac:chgData name="豊 小谷" userId="3605ec3106b20ed8" providerId="LiveId" clId="{05627680-9581-44A8-A355-DE20D011879F}" dt="2026-05-10T01:17:47.034" v="1387" actId="478"/>
          <ac:cxnSpMkLst>
            <pc:docMk/>
            <pc:sldMk cId="1976520110" sldId="273"/>
            <ac:cxnSpMk id="21" creationId="{599227BA-C2DE-8F91-6A5E-3F1F95BCECE6}"/>
          </ac:cxnSpMkLst>
        </pc:cxnChg>
        <pc:cxnChg chg="mod">
          <ac:chgData name="豊 小谷" userId="3605ec3106b20ed8" providerId="LiveId" clId="{05627680-9581-44A8-A355-DE20D011879F}" dt="2026-05-10T01:44:45.327" v="1735" actId="14100"/>
          <ac:cxnSpMkLst>
            <pc:docMk/>
            <pc:sldMk cId="1976520110" sldId="273"/>
            <ac:cxnSpMk id="22" creationId="{81021C49-ECCF-BDB8-953A-82490EAF7702}"/>
          </ac:cxnSpMkLst>
        </pc:cxnChg>
        <pc:cxnChg chg="del mod">
          <ac:chgData name="豊 小谷" userId="3605ec3106b20ed8" providerId="LiveId" clId="{05627680-9581-44A8-A355-DE20D011879F}" dt="2026-05-10T01:17:38.003" v="1382" actId="478"/>
          <ac:cxnSpMkLst>
            <pc:docMk/>
            <pc:sldMk cId="1976520110" sldId="273"/>
            <ac:cxnSpMk id="25" creationId="{90140B35-2E8E-B0D4-1AF8-6FE9A57D7AEB}"/>
          </ac:cxnSpMkLst>
        </pc:cxnChg>
        <pc:cxnChg chg="del mod">
          <ac:chgData name="豊 小谷" userId="3605ec3106b20ed8" providerId="LiveId" clId="{05627680-9581-44A8-A355-DE20D011879F}" dt="2026-05-10T01:18:09.838" v="1393" actId="478"/>
          <ac:cxnSpMkLst>
            <pc:docMk/>
            <pc:sldMk cId="1976520110" sldId="273"/>
            <ac:cxnSpMk id="31" creationId="{EB8BDA0A-5D61-9387-CA41-2F5C36363C2D}"/>
          </ac:cxnSpMkLst>
        </pc:cxnChg>
        <pc:cxnChg chg="del mod">
          <ac:chgData name="豊 小谷" userId="3605ec3106b20ed8" providerId="LiveId" clId="{05627680-9581-44A8-A355-DE20D011879F}" dt="2026-05-10T01:18:17.460" v="1397" actId="478"/>
          <ac:cxnSpMkLst>
            <pc:docMk/>
            <pc:sldMk cId="1976520110" sldId="273"/>
            <ac:cxnSpMk id="42" creationId="{E4CC7713-925B-E48D-B371-F1858DA6B517}"/>
          </ac:cxnSpMkLst>
        </pc:cxnChg>
        <pc:cxnChg chg="add mod">
          <ac:chgData name="豊 小谷" userId="3605ec3106b20ed8" providerId="LiveId" clId="{05627680-9581-44A8-A355-DE20D011879F}" dt="2026-05-10T01:44:49.408" v="1736" actId="14100"/>
          <ac:cxnSpMkLst>
            <pc:docMk/>
            <pc:sldMk cId="1976520110" sldId="273"/>
            <ac:cxnSpMk id="43" creationId="{39AE72BE-8B47-FAD4-AA22-D1CD74AD5904}"/>
          </ac:cxnSpMkLst>
        </pc:cxnChg>
        <pc:cxnChg chg="add mod">
          <ac:chgData name="豊 小谷" userId="3605ec3106b20ed8" providerId="LiveId" clId="{05627680-9581-44A8-A355-DE20D011879F}" dt="2026-05-10T01:36:07.347" v="1667" actId="1076"/>
          <ac:cxnSpMkLst>
            <pc:docMk/>
            <pc:sldMk cId="1976520110" sldId="273"/>
            <ac:cxnSpMk id="47" creationId="{72F09EF5-302C-8EA9-A285-E01A648B8921}"/>
          </ac:cxnSpMkLst>
        </pc:cxnChg>
        <pc:cxnChg chg="add mod">
          <ac:chgData name="豊 小谷" userId="3605ec3106b20ed8" providerId="LiveId" clId="{05627680-9581-44A8-A355-DE20D011879F}" dt="2026-05-10T01:18:39.241" v="1403" actId="1076"/>
          <ac:cxnSpMkLst>
            <pc:docMk/>
            <pc:sldMk cId="1976520110" sldId="273"/>
            <ac:cxnSpMk id="55" creationId="{C0725C30-592D-7548-C5A0-7A4A4EC430D4}"/>
          </ac:cxnSpMkLst>
        </pc:cxnChg>
        <pc:cxnChg chg="add del mod">
          <ac:chgData name="豊 小谷" userId="3605ec3106b20ed8" providerId="LiveId" clId="{05627680-9581-44A8-A355-DE20D011879F}" dt="2026-05-10T01:35:15.906" v="1659" actId="478"/>
          <ac:cxnSpMkLst>
            <pc:docMk/>
            <pc:sldMk cId="1976520110" sldId="273"/>
            <ac:cxnSpMk id="58" creationId="{7E846828-DFC8-4114-764E-38E2243B96BE}"/>
          </ac:cxnSpMkLst>
        </pc:cxnChg>
        <pc:cxnChg chg="del mod">
          <ac:chgData name="豊 小谷" userId="3605ec3106b20ed8" providerId="LiveId" clId="{05627680-9581-44A8-A355-DE20D011879F}" dt="2026-05-10T01:21:25.974" v="1445" actId="478"/>
          <ac:cxnSpMkLst>
            <pc:docMk/>
            <pc:sldMk cId="1976520110" sldId="273"/>
            <ac:cxnSpMk id="77" creationId="{6EBC4BF0-5FF8-C8FB-25C7-225B1A712970}"/>
          </ac:cxnSpMkLst>
        </pc:cxnChg>
        <pc:cxnChg chg="del mod">
          <ac:chgData name="豊 小谷" userId="3605ec3106b20ed8" providerId="LiveId" clId="{05627680-9581-44A8-A355-DE20D011879F}" dt="2026-05-10T01:21:42.174" v="1448" actId="478"/>
          <ac:cxnSpMkLst>
            <pc:docMk/>
            <pc:sldMk cId="1976520110" sldId="273"/>
            <ac:cxnSpMk id="80" creationId="{7F06017F-FF5C-A144-FDC2-29E5F1B83E61}"/>
          </ac:cxnSpMkLst>
        </pc:cxnChg>
        <pc:cxnChg chg="del mod">
          <ac:chgData name="豊 小谷" userId="3605ec3106b20ed8" providerId="LiveId" clId="{05627680-9581-44A8-A355-DE20D011879F}" dt="2026-05-10T01:22:37.964" v="1462" actId="478"/>
          <ac:cxnSpMkLst>
            <pc:docMk/>
            <pc:sldMk cId="1976520110" sldId="273"/>
            <ac:cxnSpMk id="81" creationId="{DC574BFE-2A60-2B44-D3B6-E7E0A1283996}"/>
          </ac:cxnSpMkLst>
        </pc:cxnChg>
        <pc:cxnChg chg="mod">
          <ac:chgData name="豊 小谷" userId="3605ec3106b20ed8" providerId="LiveId" clId="{05627680-9581-44A8-A355-DE20D011879F}" dt="2026-05-10T01:41:16.743" v="1711" actId="14100"/>
          <ac:cxnSpMkLst>
            <pc:docMk/>
            <pc:sldMk cId="1976520110" sldId="273"/>
            <ac:cxnSpMk id="82" creationId="{781BB6DB-CBB4-9AD1-0272-655FF719A1F7}"/>
          </ac:cxnSpMkLst>
        </pc:cxnChg>
        <pc:cxnChg chg="mod">
          <ac:chgData name="豊 小谷" userId="3605ec3106b20ed8" providerId="LiveId" clId="{05627680-9581-44A8-A355-DE20D011879F}" dt="2026-05-10T01:26:28.766" v="1506" actId="14100"/>
          <ac:cxnSpMkLst>
            <pc:docMk/>
            <pc:sldMk cId="1976520110" sldId="273"/>
            <ac:cxnSpMk id="83" creationId="{44E7FC6E-723B-9E51-6FDC-E179CD05FD4B}"/>
          </ac:cxnSpMkLst>
        </pc:cxnChg>
        <pc:cxnChg chg="add mod">
          <ac:chgData name="豊 小谷" userId="3605ec3106b20ed8" providerId="LiveId" clId="{05627680-9581-44A8-A355-DE20D011879F}" dt="2026-05-10T01:29:21.813" v="1524" actId="14100"/>
          <ac:cxnSpMkLst>
            <pc:docMk/>
            <pc:sldMk cId="1976520110" sldId="273"/>
            <ac:cxnSpMk id="87" creationId="{4B55828E-7814-5910-A78A-7A16989A7EAA}"/>
          </ac:cxnSpMkLst>
        </pc:cxnChg>
        <pc:cxnChg chg="add del mod">
          <ac:chgData name="豊 小谷" userId="3605ec3106b20ed8" providerId="LiveId" clId="{05627680-9581-44A8-A355-DE20D011879F}" dt="2026-05-10T01:24:42.144" v="1487" actId="478"/>
          <ac:cxnSpMkLst>
            <pc:docMk/>
            <pc:sldMk cId="1976520110" sldId="273"/>
            <ac:cxnSpMk id="88" creationId="{53B0731E-046C-1073-590B-D66E0DD076D3}"/>
          </ac:cxnSpMkLst>
        </pc:cxnChg>
        <pc:cxnChg chg="mod">
          <ac:chgData name="豊 小谷" userId="3605ec3106b20ed8" providerId="LiveId" clId="{05627680-9581-44A8-A355-DE20D011879F}" dt="2026-05-10T01:23:28.358" v="1478" actId="14100"/>
          <ac:cxnSpMkLst>
            <pc:docMk/>
            <pc:sldMk cId="1976520110" sldId="273"/>
            <ac:cxnSpMk id="100" creationId="{5068E267-9B81-308E-8185-0A80F6744BF0}"/>
          </ac:cxnSpMkLst>
        </pc:cxnChg>
        <pc:cxnChg chg="add mod">
          <ac:chgData name="豊 小谷" userId="3605ec3106b20ed8" providerId="LiveId" clId="{05627680-9581-44A8-A355-DE20D011879F}" dt="2026-05-10T01:23:41.362" v="1482" actId="14100"/>
          <ac:cxnSpMkLst>
            <pc:docMk/>
            <pc:sldMk cId="1976520110" sldId="273"/>
            <ac:cxnSpMk id="103" creationId="{C6571360-9E86-FE20-CD4C-FE3C48E34D0E}"/>
          </ac:cxnSpMkLst>
        </pc:cxnChg>
        <pc:cxnChg chg="add mod">
          <ac:chgData name="豊 小谷" userId="3605ec3106b20ed8" providerId="LiveId" clId="{05627680-9581-44A8-A355-DE20D011879F}" dt="2026-05-10T01:24:48.160" v="1490" actId="14100"/>
          <ac:cxnSpMkLst>
            <pc:docMk/>
            <pc:sldMk cId="1976520110" sldId="273"/>
            <ac:cxnSpMk id="111" creationId="{0983F902-47F0-DE79-199F-2E2D63ECEA25}"/>
          </ac:cxnSpMkLst>
        </pc:cxnChg>
        <pc:cxnChg chg="add mod">
          <ac:chgData name="豊 小谷" userId="3605ec3106b20ed8" providerId="LiveId" clId="{05627680-9581-44A8-A355-DE20D011879F}" dt="2026-05-10T01:25:07.243" v="1493" actId="14100"/>
          <ac:cxnSpMkLst>
            <pc:docMk/>
            <pc:sldMk cId="1976520110" sldId="273"/>
            <ac:cxnSpMk id="114" creationId="{AA191022-523F-6609-26EA-687D5D64F92E}"/>
          </ac:cxnSpMkLst>
        </pc:cxnChg>
        <pc:cxnChg chg="add mod">
          <ac:chgData name="豊 小谷" userId="3605ec3106b20ed8" providerId="LiveId" clId="{05627680-9581-44A8-A355-DE20D011879F}" dt="2026-05-10T01:26:53.362" v="1518" actId="14100"/>
          <ac:cxnSpMkLst>
            <pc:docMk/>
            <pc:sldMk cId="1976520110" sldId="273"/>
            <ac:cxnSpMk id="119" creationId="{907CA86C-BCAF-CCDA-FB52-42E40DF655B3}"/>
          </ac:cxnSpMkLst>
        </pc:cxnChg>
        <pc:cxnChg chg="mod">
          <ac:chgData name="豊 小谷" userId="3605ec3106b20ed8" providerId="LiveId" clId="{05627680-9581-44A8-A355-DE20D011879F}" dt="2026-05-10T01:29:52.301" v="1530" actId="14100"/>
          <ac:cxnSpMkLst>
            <pc:docMk/>
            <pc:sldMk cId="1976520110" sldId="273"/>
            <ac:cxnSpMk id="152" creationId="{D26082CF-6240-65A8-5CAC-5CC1ADF3784A}"/>
          </ac:cxnSpMkLst>
        </pc:cxnChg>
        <pc:cxnChg chg="mod">
          <ac:chgData name="豊 小谷" userId="3605ec3106b20ed8" providerId="LiveId" clId="{05627680-9581-44A8-A355-DE20D011879F}" dt="2026-05-10T01:36:11.601" v="1669" actId="14100"/>
          <ac:cxnSpMkLst>
            <pc:docMk/>
            <pc:sldMk cId="1976520110" sldId="273"/>
            <ac:cxnSpMk id="162" creationId="{8D0DBBE5-5F12-0A08-BD51-9ED4A724DAA0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69" creationId="{D594D7D7-7BBB-0CFE-6B96-2D187F73D862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78" creationId="{D8D9BCA0-0BCC-4457-F224-12160AF21215}"/>
          </ac:cxnSpMkLst>
        </pc:cxnChg>
        <pc:cxnChg chg="add mod">
          <ac:chgData name="豊 小谷" userId="3605ec3106b20ed8" providerId="LiveId" clId="{05627680-9581-44A8-A355-DE20D011879F}" dt="2026-05-10T01:53:47.682" v="1895" actId="208"/>
          <ac:cxnSpMkLst>
            <pc:docMk/>
            <pc:sldMk cId="1976520110" sldId="273"/>
            <ac:cxnSpMk id="193" creationId="{DD158E4E-BDD1-A7A1-2D11-35D605C31893}"/>
          </ac:cxnSpMkLst>
        </pc:cxnChg>
      </pc:sldChg>
      <pc:sldChg chg="modSp new del mod">
        <pc:chgData name="豊 小谷" userId="3605ec3106b20ed8" providerId="LiveId" clId="{05627680-9581-44A8-A355-DE20D011879F}" dt="2026-05-10T00:55:50.437" v="878" actId="47"/>
        <pc:sldMkLst>
          <pc:docMk/>
          <pc:sldMk cId="3168444917" sldId="274"/>
        </pc:sldMkLst>
        <pc:spChg chg="mod">
          <ac:chgData name="豊 小谷" userId="3605ec3106b20ed8" providerId="LiveId" clId="{05627680-9581-44A8-A355-DE20D011879F}" dt="2026-05-10T00:53:51.538" v="870" actId="20577"/>
          <ac:spMkLst>
            <pc:docMk/>
            <pc:sldMk cId="3168444917" sldId="274"/>
            <ac:spMk id="2" creationId="{F853A7D0-0618-BA5F-86CA-74A9405C1D95}"/>
          </ac:spMkLst>
        </pc:spChg>
      </pc:sldChg>
      <pc:sldChg chg="addSp delSp modSp add mod">
        <pc:chgData name="豊 小谷" userId="3605ec3106b20ed8" providerId="LiveId" clId="{05627680-9581-44A8-A355-DE20D011879F}" dt="2026-05-10T05:20:08.192" v="3268" actId="1076"/>
        <pc:sldMkLst>
          <pc:docMk/>
          <pc:sldMk cId="0" sldId="275"/>
        </pc:sldMkLst>
        <pc:spChg chg="add del">
          <ac:chgData name="豊 小谷" userId="3605ec3106b20ed8" providerId="LiveId" clId="{05627680-9581-44A8-A355-DE20D011879F}" dt="2026-05-10T03:02:18.438" v="2970" actId="22"/>
          <ac:spMkLst>
            <pc:docMk/>
            <pc:sldMk cId="0" sldId="275"/>
            <ac:spMk id="3" creationId="{BD076467-7098-9511-A838-B3E910050F2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4" creationId="{8E17A2C9-8285-541D-A4E7-A6308A77F277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5" creationId="{8A19E09C-0CA2-0DF3-C7C7-71571CAA3691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6" creationId="{CAA16CE6-B060-D4A6-8FA5-E675EAF851DE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7" creationId="{C1D72A0E-E3C0-EDFC-9266-40313D46C589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8" creationId="{E2D8B1D2-AE55-C3F9-D9FA-066B54DF4D3B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9" creationId="{7B8826BA-54FD-E5B5-0104-99B978E012EF}"/>
          </ac:spMkLst>
        </pc:spChg>
        <pc:spChg chg="add mod">
          <ac:chgData name="豊 小谷" userId="3605ec3106b20ed8" providerId="LiveId" clId="{05627680-9581-44A8-A355-DE20D011879F}" dt="2026-05-10T03:05:11.796" v="3019" actId="571"/>
          <ac:spMkLst>
            <pc:docMk/>
            <pc:sldMk cId="0" sldId="275"/>
            <ac:spMk id="11" creationId="{737F32E9-3466-B65B-8CAA-CC85DEB77659}"/>
          </ac:spMkLst>
        </pc:spChg>
        <pc:spChg chg="add 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12" creationId="{5F824482-D486-EF3D-15E4-D9086CC0F781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5" creationId="{08F84CFF-0C17-275B-81BB-6B7722197AF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16" creationId="{57180DA4-76E2-5B60-8FF2-9735DB668E3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7" creationId="{2AB5895E-675A-9E25-2458-73DF255539A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8" creationId="{AB9E3616-7E0B-2C37-DB9F-1DEF18D0039F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9" creationId="{8E32BB5F-7694-7011-E1D4-BDC3DBA74CE6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" creationId="{820823EE-D360-9B5D-F193-F1A52207EAFE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3" creationId="{F23FECB5-9B70-C718-B056-D12CED3D04F7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4" creationId="{A2D1F5C8-71EA-322F-7439-54F196712FC9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7" creationId="{97AC6FBE-19CB-8A7F-485C-8B22C35DC616}"/>
          </ac:spMkLst>
        </pc:spChg>
        <pc:spChg chg="mod">
          <ac:chgData name="豊 小谷" userId="3605ec3106b20ed8" providerId="LiveId" clId="{05627680-9581-44A8-A355-DE20D011879F}" dt="2026-05-10T05:20:08.192" v="3268" actId="1076"/>
          <ac:spMkLst>
            <pc:docMk/>
            <pc:sldMk cId="0" sldId="275"/>
            <ac:spMk id="33" creationId="{92D6ACD3-3E2A-7F51-EF2A-C3EDF595F5D5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35" creationId="{E2A3A6DC-6B87-32A3-5189-5095CBCFB7B8}"/>
          </ac:spMkLst>
        </pc:spChg>
        <pc:spChg chg="add mod">
          <ac:chgData name="豊 小谷" userId="3605ec3106b20ed8" providerId="LiveId" clId="{05627680-9581-44A8-A355-DE20D011879F}" dt="2026-05-10T03:10:51.870" v="3095" actId="1076"/>
          <ac:spMkLst>
            <pc:docMk/>
            <pc:sldMk cId="0" sldId="275"/>
            <ac:spMk id="42" creationId="{2C2E46B2-CA27-EDCD-87A4-257B7CC08B5C}"/>
          </ac:spMkLst>
        </pc:spChg>
        <pc:spChg chg="add mod">
          <ac:chgData name="豊 小谷" userId="3605ec3106b20ed8" providerId="LiveId" clId="{05627680-9581-44A8-A355-DE20D011879F}" dt="2026-05-10T03:11:09.750" v="3099" actId="1076"/>
          <ac:spMkLst>
            <pc:docMk/>
            <pc:sldMk cId="0" sldId="275"/>
            <ac:spMk id="43" creationId="{16152BB4-77AE-C69D-0237-92C57EC9A8A5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48" creationId="{AFAA21A1-C870-C7A7-0E56-6F0B0D3BDBBD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6" creationId="{449C37DB-D00F-54C5-0174-11487EF0D24D}"/>
          </ac:spMkLst>
        </pc:spChg>
        <pc:spChg chg="add 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7" creationId="{9618E49F-DFBA-7A01-0BFC-3704F3884387}"/>
          </ac:spMkLst>
        </pc:spChg>
        <pc:spChg chg="mod">
          <ac:chgData name="豊 小谷" userId="3605ec3106b20ed8" providerId="LiveId" clId="{05627680-9581-44A8-A355-DE20D011879F}" dt="2026-05-10T03:04:33.110" v="3016" actId="165"/>
          <ac:spMkLst>
            <pc:docMk/>
            <pc:sldMk cId="0" sldId="275"/>
            <ac:spMk id="71" creationId="{AB24A54C-B7D1-F82C-E57A-37A6C5F2C3FC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77" creationId="{8596F0C2-7D4E-6B58-1A2B-C1B2771A8F82}"/>
          </ac:spMkLst>
        </pc:spChg>
        <pc:spChg chg="mod">
          <ac:chgData name="豊 小谷" userId="3605ec3106b20ed8" providerId="LiveId" clId="{05627680-9581-44A8-A355-DE20D011879F}" dt="2026-05-10T03:12:29.905" v="3105" actId="1076"/>
          <ac:spMkLst>
            <pc:docMk/>
            <pc:sldMk cId="0" sldId="275"/>
            <ac:spMk id="2050" creationId="{FA44D5BC-A23A-00B0-769D-4F747F86BB05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52" creationId="{75B00967-D72D-67E9-36CC-6F8CB1A7F1C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053" creationId="{F68AD9E1-B739-6CD5-CC71-DE9ED93C2A7F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62" creationId="{5076CE53-5F56-6B10-70C3-14E3A10324C6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74" creationId="{2BC8B516-12BD-7B7F-1DF4-35156AF6B268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5" creationId="{1373646D-F928-41D8-4C17-3352898B91E0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7" creationId="{4A47AA80-D5DA-A595-10FF-10508DB80522}"/>
          </ac:spMkLst>
        </pc:spChg>
        <pc:spChg chg="mod topLvl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02" creationId="{D65DA188-D4F3-004B-81AC-450D87F50E87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104" creationId="{1D596FD9-BAE3-1926-629F-110F6ED83E12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8" creationId="{E423D27E-1D45-5BC3-904F-F8D22915256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9" creationId="{9FC5059F-67A5-32FE-8C4F-7C015D0E933B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0" creationId="{4D731D38-743D-58DE-3A38-6727EF22E6A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1" creationId="{B48E7FD4-A4FF-36BA-F904-24C588D353D6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2" creationId="{0C4346CB-AFFE-A19E-FBCB-85266EC3836C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3" creationId="{3B52BEE9-C212-35A0-4A78-BCCA5B2B59C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9" creationId="{A2FF0125-7B08-69F3-8244-2BD030A00878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29" creationId="{63EB9510-DBD9-D012-3884-B11410C3D85B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0" creationId="{E8509CD4-CD13-78BF-C074-254B85461009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1" creationId="{76262B81-9408-6DAF-65DE-6F2F43FC0E6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41" creationId="{7840A8EC-08AE-B446-64E8-D86429E776AA}"/>
          </ac:spMkLst>
        </pc:spChg>
        <pc:grpChg chg="add 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3" creationId="{6C100654-9E8A-F35B-451F-4BD6D89B3B13}"/>
          </ac:grpSpMkLst>
        </pc:grpChg>
        <pc:grpChg chg="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4" creationId="{7B3F075F-0EDE-E39E-AF87-54D70614570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072" creationId="{311B4E66-73D2-3815-9EF9-23784637CE6B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090" creationId="{73098BB0-8345-D347-7707-0A19CDA8CB50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107" creationId="{FDFBC058-7D32-5602-E12E-81926A681EB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6" creationId="{D2D7ADBE-7F64-11D3-0E1B-1869A7F67C21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8" creationId="{B9E8D57B-4212-7B1E-63F5-3A21092D18C2}"/>
          </ac:grpSpMkLst>
        </pc:grpChg>
        <pc:cxnChg chg="add mod">
          <ac:chgData name="豊 小谷" userId="3605ec3106b20ed8" providerId="LiveId" clId="{05627680-9581-44A8-A355-DE20D011879F}" dt="2026-05-10T03:06:59.863" v="3046" actId="14100"/>
          <ac:cxnSpMkLst>
            <pc:docMk/>
            <pc:sldMk cId="0" sldId="275"/>
            <ac:cxnSpMk id="28" creationId="{ABEB6015-87BD-95E2-F423-0FF286CA9609}"/>
          </ac:cxnSpMkLst>
        </pc:cxnChg>
        <pc:cxnChg chg="add mod">
          <ac:chgData name="豊 小谷" userId="3605ec3106b20ed8" providerId="LiveId" clId="{05627680-9581-44A8-A355-DE20D011879F}" dt="2026-05-10T03:10:46.234" v="3094" actId="14100"/>
          <ac:cxnSpMkLst>
            <pc:docMk/>
            <pc:sldMk cId="0" sldId="275"/>
            <ac:cxnSpMk id="44" creationId="{AC8BB5DE-C13C-CAC1-E720-96082730F9DE}"/>
          </ac:cxnSpMkLst>
        </pc:cxnChg>
        <pc:cxnChg chg="mod">
          <ac:chgData name="豊 小谷" userId="3605ec3106b20ed8" providerId="LiveId" clId="{05627680-9581-44A8-A355-DE20D011879F}" dt="2026-05-10T03:06:53.243" v="3045" actId="1035"/>
          <ac:cxnSpMkLst>
            <pc:docMk/>
            <pc:sldMk cId="0" sldId="275"/>
            <ac:cxnSpMk id="2096" creationId="{F4CCBFF4-63CC-22CB-5E28-E62187102546}"/>
          </ac:cxnSpMkLst>
        </pc:cxnChg>
      </pc:sldChg>
      <pc:sldChg chg="addSp delSp modSp new del mod">
        <pc:chgData name="豊 小谷" userId="3605ec3106b20ed8" providerId="LiveId" clId="{05627680-9581-44A8-A355-DE20D011879F}" dt="2026-05-10T02:40:24.947" v="2651" actId="47"/>
        <pc:sldMkLst>
          <pc:docMk/>
          <pc:sldMk cId="279379307" sldId="276"/>
        </pc:sldMkLst>
        <pc:spChg chg="add del">
          <ac:chgData name="豊 小谷" userId="3605ec3106b20ed8" providerId="LiveId" clId="{05627680-9581-44A8-A355-DE20D011879F}" dt="2026-05-10T00:56:50.255" v="883" actId="3680"/>
          <ac:spMkLst>
            <pc:docMk/>
            <pc:sldMk cId="279379307" sldId="276"/>
            <ac:spMk id="2" creationId="{1F0C5278-D1AB-F7D7-D7DE-754361D0D561}"/>
          </ac:spMkLst>
        </pc:spChg>
        <pc:spChg chg="mod">
          <ac:chgData name="豊 小谷" userId="3605ec3106b20ed8" providerId="LiveId" clId="{05627680-9581-44A8-A355-DE20D011879F}" dt="2026-05-10T01:49:43.465" v="1836" actId="20577"/>
          <ac:spMkLst>
            <pc:docMk/>
            <pc:sldMk cId="279379307" sldId="276"/>
            <ac:spMk id="3" creationId="{9BA4F6E8-6EBF-8530-4B0D-74FA9E2ECDCF}"/>
          </ac:spMkLst>
        </pc:spChg>
        <pc:spChg chg="mod">
          <ac:chgData name="豊 小谷" userId="3605ec3106b20ed8" providerId="LiveId" clId="{05627680-9581-44A8-A355-DE20D011879F}" dt="2026-05-10T01:09:24.280" v="1277" actId="20577"/>
          <ac:spMkLst>
            <pc:docMk/>
            <pc:sldMk cId="279379307" sldId="276"/>
            <ac:spMk id="4" creationId="{8D3CF691-75A8-8786-C652-2F4765ED666D}"/>
          </ac:spMkLst>
        </pc:spChg>
        <pc:graphicFrameChg chg="add del mod ord modGraphic">
          <ac:chgData name="豊 小谷" userId="3605ec3106b20ed8" providerId="LiveId" clId="{05627680-9581-44A8-A355-DE20D011879F}" dt="2026-05-10T00:56:40.358" v="882" actId="3680"/>
          <ac:graphicFrameMkLst>
            <pc:docMk/>
            <pc:sldMk cId="279379307" sldId="276"/>
            <ac:graphicFrameMk id="6" creationId="{321DF684-CAE0-5DB3-F974-9069F388CD4C}"/>
          </ac:graphicFrameMkLst>
        </pc:graphicFrameChg>
        <pc:graphicFrameChg chg="add mod ord modGraphic">
          <ac:chgData name="豊 小谷" userId="3605ec3106b20ed8" providerId="LiveId" clId="{05627680-9581-44A8-A355-DE20D011879F}" dt="2026-05-10T02:05:39.298" v="1981" actId="14734"/>
          <ac:graphicFrameMkLst>
            <pc:docMk/>
            <pc:sldMk cId="279379307" sldId="276"/>
            <ac:graphicFrameMk id="7" creationId="{4E8BC50B-6D50-53EC-2D93-3588241AC6D7}"/>
          </ac:graphicFrameMkLst>
        </pc:graphicFrameChg>
      </pc:sldChg>
      <pc:sldChg chg="addSp delSp modSp new mod">
        <pc:chgData name="豊 小谷" userId="3605ec3106b20ed8" providerId="LiveId" clId="{05627680-9581-44A8-A355-DE20D011879F}" dt="2026-05-10T02:48:27.516" v="2702" actId="20577"/>
        <pc:sldMkLst>
          <pc:docMk/>
          <pc:sldMk cId="1430575014" sldId="277"/>
        </pc:sldMkLst>
        <pc:spChg chg="del">
          <ac:chgData name="豊 小谷" userId="3605ec3106b20ed8" providerId="LiveId" clId="{05627680-9581-44A8-A355-DE20D011879F}" dt="2026-05-10T02:06:36.146" v="1983" actId="3680"/>
          <ac:spMkLst>
            <pc:docMk/>
            <pc:sldMk cId="1430575014" sldId="277"/>
            <ac:spMk id="2" creationId="{89FD3AC5-C2EE-6294-642D-7973E7FA6773}"/>
          </ac:spMkLst>
        </pc:spChg>
        <pc:spChg chg="del mod">
          <ac:chgData name="豊 小谷" userId="3605ec3106b20ed8" providerId="LiveId" clId="{05627680-9581-44A8-A355-DE20D011879F}" dt="2026-05-10T02:09:07.577" v="2078"/>
          <ac:spMkLst>
            <pc:docMk/>
            <pc:sldMk cId="1430575014" sldId="277"/>
            <ac:spMk id="3" creationId="{EDA68802-C893-4D51-A5A4-7E8F153D8379}"/>
          </ac:spMkLst>
        </pc:spChg>
        <pc:spChg chg="mod">
          <ac:chgData name="豊 小谷" userId="3605ec3106b20ed8" providerId="LiveId" clId="{05627680-9581-44A8-A355-DE20D011879F}" dt="2026-05-10T02:48:27.516" v="2702" actId="20577"/>
          <ac:spMkLst>
            <pc:docMk/>
            <pc:sldMk cId="1430575014" sldId="277"/>
            <ac:spMk id="4" creationId="{B50BB0EF-A062-6862-8714-56BFB7E476DB}"/>
          </ac:spMkLst>
        </pc:spChg>
        <pc:graphicFrameChg chg="add mod or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6" creationId="{AD2C197D-A5BD-B53D-33E3-D1C79C1E83AB}"/>
          </ac:graphicFrameMkLst>
        </pc:graphicFrameChg>
        <pc:graphicFrameChg chg="add mod modGraphic">
          <ac:chgData name="豊 小谷" userId="3605ec3106b20ed8" providerId="LiveId" clId="{05627680-9581-44A8-A355-DE20D011879F}" dt="2026-05-10T02:42:57.003" v="2666" actId="1076"/>
          <ac:graphicFrameMkLst>
            <pc:docMk/>
            <pc:sldMk cId="1430575014" sldId="277"/>
            <ac:graphicFrameMk id="7" creationId="{B3133462-E6C4-3C2B-A539-9291370A5AA2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8" creationId="{A4344AB0-7713-B48D-D723-479B42D0857A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9" creationId="{85130EE0-E336-1F8A-A18F-D11B87AA20D7}"/>
          </ac:graphicFrameMkLst>
        </pc:graphicFrameChg>
      </pc:sldChg>
      <pc:sldChg chg="new del">
        <pc:chgData name="豊 小谷" userId="3605ec3106b20ed8" providerId="LiveId" clId="{05627680-9581-44A8-A355-DE20D011879F}" dt="2026-05-10T01:58:07.213" v="1921" actId="47"/>
        <pc:sldMkLst>
          <pc:docMk/>
          <pc:sldMk cId="2367089184" sldId="277"/>
        </pc:sldMkLst>
      </pc:sldChg>
      <pc:sldChg chg="addSp delSp modSp new mod">
        <pc:chgData name="豊 小谷" userId="3605ec3106b20ed8" providerId="LiveId" clId="{05627680-9581-44A8-A355-DE20D011879F}" dt="2026-05-10T02:47:58.750" v="2696" actId="6549"/>
        <pc:sldMkLst>
          <pc:docMk/>
          <pc:sldMk cId="2387204326" sldId="278"/>
        </pc:sldMkLst>
        <pc:spChg chg="del">
          <ac:chgData name="豊 小谷" userId="3605ec3106b20ed8" providerId="LiveId" clId="{05627680-9581-44A8-A355-DE20D011879F}" dt="2026-05-10T02:45:38.346" v="2679"/>
          <ac:spMkLst>
            <pc:docMk/>
            <pc:sldMk cId="2387204326" sldId="278"/>
            <ac:spMk id="2" creationId="{9389E33C-0ACA-CB4B-C110-5E504351F69D}"/>
          </ac:spMkLst>
        </pc:spChg>
        <pc:spChg chg="mod">
          <ac:chgData name="豊 小谷" userId="3605ec3106b20ed8" providerId="LiveId" clId="{05627680-9581-44A8-A355-DE20D011879F}" dt="2026-05-10T02:47:58.750" v="2696" actId="6549"/>
          <ac:spMkLst>
            <pc:docMk/>
            <pc:sldMk cId="2387204326" sldId="278"/>
            <ac:spMk id="3" creationId="{0F22BFC1-AE56-F2AA-743A-9C4FA79CE800}"/>
          </ac:spMkLst>
        </pc:spChg>
        <pc:picChg chg="add mod ord modCrop">
          <ac:chgData name="豊 小谷" userId="3605ec3106b20ed8" providerId="LiveId" clId="{05627680-9581-44A8-A355-DE20D011879F}" dt="2026-05-10T02:47:42.309" v="2692" actId="1076"/>
          <ac:picMkLst>
            <pc:docMk/>
            <pc:sldMk cId="2387204326" sldId="278"/>
            <ac:picMk id="6" creationId="{3B1F0520-4772-1CCE-0FC9-F1F92F600EF5}"/>
          </ac:picMkLst>
        </pc:picChg>
      </pc:sldChg>
      <pc:sldChg chg="modSp new del mod">
        <pc:chgData name="豊 小谷" userId="3605ec3106b20ed8" providerId="LiveId" clId="{05627680-9581-44A8-A355-DE20D011879F}" dt="2026-05-10T02:53:20.489" v="2806" actId="47"/>
        <pc:sldMkLst>
          <pc:docMk/>
          <pc:sldMk cId="3785472514" sldId="279"/>
        </pc:sldMkLst>
        <pc:spChg chg="mod">
          <ac:chgData name="豊 小谷" userId="3605ec3106b20ed8" providerId="LiveId" clId="{05627680-9581-44A8-A355-DE20D011879F}" dt="2026-05-10T02:51:38.314" v="2714" actId="20577"/>
          <ac:spMkLst>
            <pc:docMk/>
            <pc:sldMk cId="3785472514" sldId="279"/>
            <ac:spMk id="2" creationId="{A7BD3720-DCC7-A086-8025-38EC764F9B73}"/>
          </ac:spMkLst>
        </pc:spChg>
        <pc:spChg chg="mod">
          <ac:chgData name="豊 小谷" userId="3605ec3106b20ed8" providerId="LiveId" clId="{05627680-9581-44A8-A355-DE20D011879F}" dt="2026-05-10T02:50:43.717" v="2704"/>
          <ac:spMkLst>
            <pc:docMk/>
            <pc:sldMk cId="3785472514" sldId="279"/>
            <ac:spMk id="3" creationId="{B02A23F6-A7C3-72B9-F088-2B343F065B06}"/>
          </ac:spMkLst>
        </pc:spChg>
      </pc:sldChg>
      <pc:sldChg chg="modSp new mod">
        <pc:chgData name="豊 小谷" userId="3605ec3106b20ed8" providerId="LiveId" clId="{05627680-9581-44A8-A355-DE20D011879F}" dt="2026-05-10T02:53:51.066" v="2819" actId="20577"/>
        <pc:sldMkLst>
          <pc:docMk/>
          <pc:sldMk cId="1547726125" sldId="280"/>
        </pc:sldMkLst>
        <pc:spChg chg="mod">
          <ac:chgData name="豊 小谷" userId="3605ec3106b20ed8" providerId="LiveId" clId="{05627680-9581-44A8-A355-DE20D011879F}" dt="2026-05-10T02:53:51.066" v="2819" actId="20577"/>
          <ac:spMkLst>
            <pc:docMk/>
            <pc:sldMk cId="1547726125" sldId="280"/>
            <ac:spMk id="3" creationId="{2414803D-E310-A41A-C609-5A30833CCE92}"/>
          </ac:spMkLst>
        </pc:spChg>
      </pc:sldChg>
      <pc:sldChg chg="modSp new mod">
        <pc:chgData name="豊 小谷" userId="3605ec3106b20ed8" providerId="LiveId" clId="{05627680-9581-44A8-A355-DE20D011879F}" dt="2026-05-10T02:54:03.591" v="2821"/>
        <pc:sldMkLst>
          <pc:docMk/>
          <pc:sldMk cId="2962498466" sldId="281"/>
        </pc:sldMkLst>
        <pc:spChg chg="mod">
          <ac:chgData name="豊 小谷" userId="3605ec3106b20ed8" providerId="LiveId" clId="{05627680-9581-44A8-A355-DE20D011879F}" dt="2026-05-10T02:54:03.591" v="2821"/>
          <ac:spMkLst>
            <pc:docMk/>
            <pc:sldMk cId="2962498466" sldId="281"/>
            <ac:spMk id="3" creationId="{1E052469-AE57-8547-D621-EDA39478E597}"/>
          </ac:spMkLst>
        </pc:spChg>
      </pc:sldChg>
      <pc:sldChg chg="modSp new mod">
        <pc:chgData name="豊 小谷" userId="3605ec3106b20ed8" providerId="LiveId" clId="{05627680-9581-44A8-A355-DE20D011879F}" dt="2026-05-10T02:53:46.299" v="2818" actId="20577"/>
        <pc:sldMkLst>
          <pc:docMk/>
          <pc:sldMk cId="519559728" sldId="282"/>
        </pc:sldMkLst>
        <pc:spChg chg="mod">
          <ac:chgData name="豊 小谷" userId="3605ec3106b20ed8" providerId="LiveId" clId="{05627680-9581-44A8-A355-DE20D011879F}" dt="2026-05-10T02:52:16.636" v="2757" actId="20577"/>
          <ac:spMkLst>
            <pc:docMk/>
            <pc:sldMk cId="519559728" sldId="282"/>
            <ac:spMk id="2" creationId="{8E821E95-ADA8-046E-B08F-1B5A0774B94D}"/>
          </ac:spMkLst>
        </pc:spChg>
        <pc:spChg chg="mod">
          <ac:chgData name="豊 小谷" userId="3605ec3106b20ed8" providerId="LiveId" clId="{05627680-9581-44A8-A355-DE20D011879F}" dt="2026-05-10T02:52:26.620" v="2779" actId="20577"/>
          <ac:spMkLst>
            <pc:docMk/>
            <pc:sldMk cId="519559728" sldId="282"/>
            <ac:spMk id="3" creationId="{50097931-AB23-7D29-D4E6-D31B4564B00B}"/>
          </ac:spMkLst>
        </pc:spChg>
        <pc:spChg chg="mod">
          <ac:chgData name="豊 小谷" userId="3605ec3106b20ed8" providerId="LiveId" clId="{05627680-9581-44A8-A355-DE20D011879F}" dt="2026-05-10T02:53:46.299" v="2818" actId="20577"/>
          <ac:spMkLst>
            <pc:docMk/>
            <pc:sldMk cId="519559728" sldId="282"/>
            <ac:spMk id="4" creationId="{CC843D2A-552D-462C-8120-7EA63ECC3949}"/>
          </ac:spMkLst>
        </pc:spChg>
      </pc:sldChg>
      <pc:sldChg chg="modSp new mod">
        <pc:chgData name="豊 小谷" userId="3605ec3106b20ed8" providerId="LiveId" clId="{05627680-9581-44A8-A355-DE20D011879F}" dt="2026-05-10T02:53:08.921" v="2805" actId="20577"/>
        <pc:sldMkLst>
          <pc:docMk/>
          <pc:sldMk cId="1330235904" sldId="283"/>
        </pc:sldMkLst>
        <pc:spChg chg="mod">
          <ac:chgData name="豊 小谷" userId="3605ec3106b20ed8" providerId="LiveId" clId="{05627680-9581-44A8-A355-DE20D011879F}" dt="2026-05-10T02:53:08.921" v="2805" actId="20577"/>
          <ac:spMkLst>
            <pc:docMk/>
            <pc:sldMk cId="1330235904" sldId="283"/>
            <ac:spMk id="3" creationId="{0ACB53DB-E021-6375-C179-8A41BBF34C69}"/>
          </ac:spMkLst>
        </pc:spChg>
      </pc:sldChg>
      <pc:sldChg chg="addSp delSp modSp new mod">
        <pc:chgData name="豊 小谷" userId="3605ec3106b20ed8" providerId="LiveId" clId="{05627680-9581-44A8-A355-DE20D011879F}" dt="2026-05-10T07:10:27.330" v="3354"/>
        <pc:sldMkLst>
          <pc:docMk/>
          <pc:sldMk cId="2661281098" sldId="284"/>
        </pc:sldMkLst>
        <pc:spChg chg="del">
          <ac:chgData name="豊 小谷" userId="3605ec3106b20ed8" providerId="LiveId" clId="{05627680-9581-44A8-A355-DE20D011879F}" dt="2026-05-10T06:57:52.878" v="3269" actId="3680"/>
          <ac:spMkLst>
            <pc:docMk/>
            <pc:sldMk cId="2661281098" sldId="284"/>
            <ac:spMk id="2" creationId="{EDA538C8-851C-8A75-3ED2-D792949DD8CC}"/>
          </ac:spMkLst>
        </pc:spChg>
        <pc:spChg chg="mod">
          <ac:chgData name="豊 小谷" userId="3605ec3106b20ed8" providerId="LiveId" clId="{05627680-9581-44A8-A355-DE20D011879F}" dt="2026-05-10T02:54:21.068" v="2824" actId="20577"/>
          <ac:spMkLst>
            <pc:docMk/>
            <pc:sldMk cId="2661281098" sldId="284"/>
            <ac:spMk id="3" creationId="{520C28A6-7F70-A87A-A4B0-8781D2B3D2BA}"/>
          </ac:spMkLst>
        </pc:spChg>
        <pc:graphicFrameChg chg="add mod ord modGraphic">
          <ac:chgData name="豊 小谷" userId="3605ec3106b20ed8" providerId="LiveId" clId="{05627680-9581-44A8-A355-DE20D011879F}" dt="2026-05-10T07:10:27.330" v="3354"/>
          <ac:graphicFrameMkLst>
            <pc:docMk/>
            <pc:sldMk cId="2661281098" sldId="284"/>
            <ac:graphicFrameMk id="5" creationId="{02579838-756A-2434-9886-069A9309A92B}"/>
          </ac:graphicFrameMkLst>
        </pc:graphicFrameChg>
      </pc:sldChg>
      <pc:sldChg chg="modSp add del mod">
        <pc:chgData name="豊 小谷" userId="3605ec3106b20ed8" providerId="LiveId" clId="{05627680-9581-44A8-A355-DE20D011879F}" dt="2026-05-10T03:12:57.225" v="3109" actId="47"/>
        <pc:sldMkLst>
          <pc:docMk/>
          <pc:sldMk cId="4166267821" sldId="285"/>
        </pc:sldMkLst>
        <pc:spChg chg="mod">
          <ac:chgData name="豊 小谷" userId="3605ec3106b20ed8" providerId="LiveId" clId="{05627680-9581-44A8-A355-DE20D011879F}" dt="2026-05-10T03:03:54.381" v="3015" actId="20577"/>
          <ac:spMkLst>
            <pc:docMk/>
            <pc:sldMk cId="4166267821" sldId="285"/>
            <ac:spMk id="26" creationId="{5A883772-CA26-4113-A00D-243D4D5E7E3C}"/>
          </ac:spMkLst>
        </pc:spChg>
        <pc:spChg chg="mod">
          <ac:chgData name="豊 小谷" userId="3605ec3106b20ed8" providerId="LiveId" clId="{05627680-9581-44A8-A355-DE20D011879F}" dt="2026-05-10T03:03:46.389" v="3014" actId="20577"/>
          <ac:spMkLst>
            <pc:docMk/>
            <pc:sldMk cId="4166267821" sldId="285"/>
            <ac:spMk id="35" creationId="{905FF5EE-4E65-5B0C-A6F2-6C901D805678}"/>
          </ac:spMkLst>
        </pc:spChg>
        <pc:spChg chg="mod">
          <ac:chgData name="豊 小谷" userId="3605ec3106b20ed8" providerId="LiveId" clId="{05627680-9581-44A8-A355-DE20D011879F}" dt="2026-05-10T03:03:37.061" v="3008" actId="20577"/>
          <ac:spMkLst>
            <pc:docMk/>
            <pc:sldMk cId="4166267821" sldId="285"/>
            <ac:spMk id="2050" creationId="{FE7E33EB-632C-84EF-63F3-1060359D9937}"/>
          </ac:spMkLst>
        </pc:spChg>
      </pc:sldChg>
      <pc:sldChg chg="addSp delSp modSp add mod">
        <pc:chgData name="豊 小谷" userId="3605ec3106b20ed8" providerId="LiveId" clId="{05627680-9581-44A8-A355-DE20D011879F}" dt="2026-05-10T05:19:24.753" v="3260" actId="207"/>
        <pc:sldMkLst>
          <pc:docMk/>
          <pc:sldMk cId="2282260800" sldId="286"/>
        </pc:sldMkLst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4" creationId="{73139EE2-FB8E-2061-31B9-702785B875E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5" creationId="{7E83A225-B786-3BC6-F9AB-D192E3D38348}"/>
          </ac:spMkLst>
        </pc:spChg>
        <pc:spChg chg="mod topLvl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7" creationId="{8864445E-EE23-E02A-376C-5F4702BF4920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8" creationId="{B7F10A05-AD89-3CCE-725E-1088DD867DC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9" creationId="{5F51F8C7-C85B-4FC5-33A2-E673A44A7E8A}"/>
          </ac:spMkLst>
        </pc:spChg>
        <pc:spChg chg="add mod">
          <ac:chgData name="豊 小谷" userId="3605ec3106b20ed8" providerId="LiveId" clId="{05627680-9581-44A8-A355-DE20D011879F}" dt="2026-05-10T03:16:10.691" v="3165" actId="113"/>
          <ac:spMkLst>
            <pc:docMk/>
            <pc:sldMk cId="2282260800" sldId="286"/>
            <ac:spMk id="10" creationId="{78E8ADF9-7892-87F1-0DA5-7CA15E4C7DFE}"/>
          </ac:spMkLst>
        </pc:spChg>
        <pc:spChg chg="add mod">
          <ac:chgData name="豊 小谷" userId="3605ec3106b20ed8" providerId="LiveId" clId="{05627680-9581-44A8-A355-DE20D011879F}" dt="2026-05-10T05:12:43.595" v="3168" actId="571"/>
          <ac:spMkLst>
            <pc:docMk/>
            <pc:sldMk cId="2282260800" sldId="286"/>
            <ac:spMk id="11" creationId="{CCCD94D9-2071-6E4C-079F-FCA4707466C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15" creationId="{CBEF92FD-B958-2DFF-2B95-3D2DE2AFA370}"/>
          </ac:spMkLst>
        </pc:spChg>
        <pc:spChg chg="mod">
          <ac:chgData name="豊 小谷" userId="3605ec3106b20ed8" providerId="LiveId" clId="{05627680-9581-44A8-A355-DE20D011879F}" dt="2026-05-10T05:17:25.300" v="3253" actId="6549"/>
          <ac:spMkLst>
            <pc:docMk/>
            <pc:sldMk cId="2282260800" sldId="286"/>
            <ac:spMk id="21" creationId="{3648CDBE-712B-E750-D2EC-8361C98CC40B}"/>
          </ac:spMkLst>
        </pc:spChg>
        <pc:spChg chg="del">
          <ac:chgData name="豊 小谷" userId="3605ec3106b20ed8" providerId="LiveId" clId="{05627680-9581-44A8-A355-DE20D011879F}" dt="2026-05-10T03:14:33.112" v="3142" actId="478"/>
          <ac:spMkLst>
            <pc:docMk/>
            <pc:sldMk cId="2282260800" sldId="286"/>
            <ac:spMk id="25" creationId="{5EE4AFCA-BF48-D764-0C6A-2477B6033C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6" creationId="{122E5B42-E231-9A82-190E-486DB4E7FE4F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7" creationId="{2A5718A8-7994-8629-6BDC-40B0CB5E9A68}"/>
          </ac:spMkLst>
        </pc:spChg>
        <pc:spChg chg="mod">
          <ac:chgData name="豊 小谷" userId="3605ec3106b20ed8" providerId="LiveId" clId="{05627680-9581-44A8-A355-DE20D011879F}" dt="2026-05-10T03:13:36.064" v="3138" actId="20577"/>
          <ac:spMkLst>
            <pc:docMk/>
            <pc:sldMk cId="2282260800" sldId="286"/>
            <ac:spMk id="31" creationId="{D6ABCD8F-6849-939E-0243-762A961374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2" creationId="{6C76EDAF-15EB-582F-C7B5-82B09626E865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3" creationId="{3FAE491C-BB49-6749-4F47-01AA7D90FEEA}"/>
          </ac:spMkLst>
        </pc:spChg>
        <pc:spChg chg="mod">
          <ac:chgData name="豊 小谷" userId="3605ec3106b20ed8" providerId="LiveId" clId="{05627680-9581-44A8-A355-DE20D011879F}" dt="2026-05-10T05:13:30.481" v="3190" actId="20577"/>
          <ac:spMkLst>
            <pc:docMk/>
            <pc:sldMk cId="2282260800" sldId="286"/>
            <ac:spMk id="35" creationId="{43497EFC-7CE3-77D1-7283-349CE70ED0E9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43" creationId="{A5B693A3-4F17-BE76-5A4C-FC9EF369EBE7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48" creationId="{0F7F9646-F21A-053B-0F80-1E015BBDBDD2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50" creationId="{F3D74971-2403-63A8-D85C-26A8004BB4B4}"/>
          </ac:spMkLst>
        </pc:spChg>
        <pc:spChg chg="del">
          <ac:chgData name="豊 小谷" userId="3605ec3106b20ed8" providerId="LiveId" clId="{05627680-9581-44A8-A355-DE20D011879F}" dt="2026-05-10T03:14:45.554" v="3145" actId="478"/>
          <ac:spMkLst>
            <pc:docMk/>
            <pc:sldMk cId="2282260800" sldId="286"/>
            <ac:spMk id="55" creationId="{2B7ADD2F-17FA-07E8-B852-FB3B08D5CA84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56" creationId="{9B2F7523-C0D1-540E-B8D1-A25E6A3E7F92}"/>
          </ac:spMkLst>
        </pc:spChg>
        <pc:spChg chg="mod">
          <ac:chgData name="豊 小谷" userId="3605ec3106b20ed8" providerId="LiveId" clId="{05627680-9581-44A8-A355-DE20D011879F}" dt="2026-05-10T03:13:06.509" v="3125" actId="20577"/>
          <ac:spMkLst>
            <pc:docMk/>
            <pc:sldMk cId="2282260800" sldId="286"/>
            <ac:spMk id="2050" creationId="{B236FEE0-2C33-8D93-FF98-46FE1F78A2FA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2" creationId="{80EA1560-3DA4-C0CD-63BA-56E9CC33621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65" creationId="{7109F9E1-5A8D-A3D0-9A82-5ED98D00E699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7" creationId="{B096143D-ED2E-8C19-5566-974F27F36605}"/>
          </ac:spMkLst>
        </pc:spChg>
        <pc:spChg chg="del">
          <ac:chgData name="豊 小谷" userId="3605ec3106b20ed8" providerId="LiveId" clId="{05627680-9581-44A8-A355-DE20D011879F}" dt="2026-05-10T03:14:36.866" v="3143" actId="478"/>
          <ac:spMkLst>
            <pc:docMk/>
            <pc:sldMk cId="2282260800" sldId="286"/>
            <ac:spMk id="2073" creationId="{0471BF30-53B5-A6D1-18E1-C70AF1502C0C}"/>
          </ac:spMkLst>
        </pc:spChg>
        <pc:spChg chg="del">
          <ac:chgData name="豊 小谷" userId="3605ec3106b20ed8" providerId="LiveId" clId="{05627680-9581-44A8-A355-DE20D011879F}" dt="2026-05-10T03:14:42.556" v="3144" actId="478"/>
          <ac:spMkLst>
            <pc:docMk/>
            <pc:sldMk cId="2282260800" sldId="286"/>
            <ac:spMk id="2078" creationId="{61F388DE-E742-84D5-5545-4EB7CD385992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3" creationId="{D991664A-4D58-8B88-F19B-CD988926C087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95" creationId="{45FE7289-5AD9-8469-DABE-7C75B075FF7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7" creationId="{E82EF4DF-2E36-3D62-4731-340679DF3601}"/>
          </ac:spMkLst>
        </pc:spChg>
        <pc:spChg chg="del mod topLvl">
          <ac:chgData name="豊 小谷" userId="3605ec3106b20ed8" providerId="LiveId" clId="{05627680-9581-44A8-A355-DE20D011879F}" dt="2026-05-10T03:15:12.304" v="3147" actId="478"/>
          <ac:spMkLst>
            <pc:docMk/>
            <pc:sldMk cId="2282260800" sldId="286"/>
            <ac:spMk id="2102" creationId="{5E381BFF-6269-1703-B358-539ED0F06E1E}"/>
          </ac:spMkLst>
        </pc:spChg>
        <pc:spChg chg="del">
          <ac:chgData name="豊 小谷" userId="3605ec3106b20ed8" providerId="LiveId" clId="{05627680-9581-44A8-A355-DE20D011879F}" dt="2026-05-10T03:16:22.926" v="3166" actId="478"/>
          <ac:spMkLst>
            <pc:docMk/>
            <pc:sldMk cId="2282260800" sldId="286"/>
            <ac:spMk id="2104" creationId="{C2AF2278-E3F2-9073-170B-FB49CD8508F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0" creationId="{C10DF90C-3506-194C-66FC-4D47193F691C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7" creationId="{FFA03CA2-7FBE-59F5-EE51-3F5BE478B29D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8" creationId="{F56D5A9D-0E7E-21A5-04BB-9DB67420E99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9" creationId="{7E4F87CF-6801-EE7C-A1A1-1BAB68DEDD15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23" creationId="{DC927B82-4B7E-BA03-66A4-BCA8CC7FF7D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6" creationId="{972378CF-56DE-D7AA-F5D4-86BE6BE1217C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9" creationId="{7CC006DA-8B9A-7773-C6B2-162356C3AE5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41" creationId="{DC9CA4D6-786A-45CD-04F8-BC4A1233D0BE}"/>
          </ac:spMkLst>
        </pc:spChg>
        <pc:cxnChg chg="add mod">
          <ac:chgData name="豊 小谷" userId="3605ec3106b20ed8" providerId="LiveId" clId="{05627680-9581-44A8-A355-DE20D011879F}" dt="2026-05-10T05:13:08.894" v="3174" actId="1076"/>
          <ac:cxnSpMkLst>
            <pc:docMk/>
            <pc:sldMk cId="2282260800" sldId="286"/>
            <ac:cxnSpMk id="12" creationId="{761B5245-80F2-4D24-241D-F4C092546876}"/>
          </ac:cxnSpMkLst>
        </pc:cxnChg>
        <pc:cxnChg chg="mod">
          <ac:chgData name="豊 小谷" userId="3605ec3106b20ed8" providerId="LiveId" clId="{05627680-9581-44A8-A355-DE20D011879F}" dt="2026-05-10T05:17:57.584" v="3258" actId="14100"/>
          <ac:cxnSpMkLst>
            <pc:docMk/>
            <pc:sldMk cId="2282260800" sldId="286"/>
            <ac:cxnSpMk id="44" creationId="{32099B90-8E12-1581-80EB-BC2398124CDE}"/>
          </ac:cxnSpMkLst>
        </pc:cxnChg>
        <pc:cxnChg chg="del">
          <ac:chgData name="豊 小谷" userId="3605ec3106b20ed8" providerId="LiveId" clId="{05627680-9581-44A8-A355-DE20D011879F}" dt="2026-05-10T03:15:29.359" v="3150" actId="478"/>
          <ac:cxnSpMkLst>
            <pc:docMk/>
            <pc:sldMk cId="2282260800" sldId="286"/>
            <ac:cxnSpMk id="2099" creationId="{63EE828E-B8F4-E326-E2A3-37BD3FCCA131}"/>
          </ac:cxnSpMkLst>
        </pc:cxnChg>
        <pc:cxnChg chg="mod">
          <ac:chgData name="豊 小谷" userId="3605ec3106b20ed8" providerId="LiveId" clId="{05627680-9581-44A8-A355-DE20D011879F}" dt="2026-05-10T03:15:26.625" v="3149" actId="14100"/>
          <ac:cxnSpMkLst>
            <pc:docMk/>
            <pc:sldMk cId="2282260800" sldId="286"/>
            <ac:cxnSpMk id="2103" creationId="{E26A7B91-1D93-E1BF-7FA2-D7B2A1E416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ED843-FBAC-4BF9-84F2-6CB52D7BC460}" type="datetimeFigureOut">
              <a:rPr kumimoji="1" lang="ja-JP" altLang="en-US" smtClean="0"/>
              <a:t>2026/7/4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109B5-5EE7-4A19-AE95-02774C49B9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594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008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2BF62-0E4C-E811-FFB3-F0A4C4AB9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1577181-5CFA-BD58-4190-5E61E0317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6DDEA2C-68FE-BCE7-5850-199BD28FB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68CBB3A-2281-B5D5-0193-A1598C202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51970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4A1D-FA56-0003-ADAE-619554237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9B26A6F-6558-09B9-9435-B09D8C006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6803589-8241-FE90-91C4-1851D528C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47FB9EA-A86A-828A-CED6-2619D82EAE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87707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2607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077965"/>
            <a:ext cx="5795963" cy="2702071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5015060"/>
            <a:ext cx="5795963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4B28F-A25E-4825-B94D-B2AD0EA2A9F6}"/>
              </a:ext>
            </a:extLst>
          </p:cNvPr>
          <p:cNvSpPr/>
          <p:nvPr/>
        </p:nvSpPr>
        <p:spPr>
          <a:xfrm>
            <a:off x="-228" y="0"/>
            <a:ext cx="4390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A767B04-DB20-575B-553B-88ACD76553E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0038" y="0"/>
            <a:ext cx="5495544" cy="6858000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and drop </a:t>
            </a:r>
            <a:br>
              <a:rPr lang="en-US" dirty="0"/>
            </a:br>
            <a:r>
              <a:rPr lang="en-US" dirty="0"/>
              <a:t>a picture here</a:t>
            </a:r>
          </a:p>
        </p:txBody>
      </p:sp>
    </p:spTree>
    <p:extLst>
      <p:ext uri="{BB962C8B-B14F-4D97-AF65-F5344CB8AC3E}">
        <p14:creationId xmlns:p14="http://schemas.microsoft.com/office/powerpoint/2010/main" val="43526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516">
          <p15:clr>
            <a:srgbClr val="FBAE40"/>
          </p15:clr>
        </p15:guide>
        <p15:guide id="2" pos="7387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3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in title without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1470" y="1964458"/>
            <a:ext cx="7807324" cy="2929084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1470" y="5015060"/>
            <a:ext cx="7807324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8753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9">
          <p15:clr>
            <a:srgbClr val="FBAE40"/>
          </p15:clr>
        </p15:guide>
        <p15:guide id="2" orient="horz" pos="2615">
          <p15:clr>
            <a:srgbClr val="FBAE40"/>
          </p15:clr>
        </p15:guide>
        <p15:guide id="3" pos="5196">
          <p15:clr>
            <a:srgbClr val="FBAE40"/>
          </p15:clr>
        </p15:guide>
        <p15:guide id="4" pos="61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spcBef>
                <a:spcPts val="1200"/>
              </a:spcBef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F7C4-3513-40DF-91A6-018C8E9A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9BC23-ACCF-40B7-9F8A-C869B7D2A964}" type="datetime1">
              <a:rPr lang="en-US" altLang="ja-JP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B796A-0B1E-46FA-AC86-9A7803DF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8E223-380C-4295-85FF-7B9C2423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575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pos="726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orient="horz" pos="67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19399" y="419894"/>
            <a:ext cx="9372601" cy="1484312"/>
          </a:xfrm>
          <a:solidFill>
            <a:schemeClr val="bg1"/>
          </a:solidFill>
        </p:spPr>
        <p:txBody>
          <a:bodyPr vert="horz" lIns="91440" tIns="45720" rIns="288000" bIns="45720" rtlCol="0" anchor="ctr">
            <a:noAutofit/>
          </a:bodyPr>
          <a:lstStyle>
            <a:lvl1pPr marL="263525" indent="0" algn="l"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4CE3442-CD9D-76CA-881D-CEA1B2E3BE7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304925"/>
            <a:ext cx="12192000" cy="4787900"/>
          </a:xfrm>
          <a:custGeom>
            <a:avLst/>
            <a:gdLst>
              <a:gd name="connsiteX0" fmla="*/ 0 w 12192000"/>
              <a:gd name="connsiteY0" fmla="*/ 0 h 4787900"/>
              <a:gd name="connsiteX1" fmla="*/ 2819399 w 12192000"/>
              <a:gd name="connsiteY1" fmla="*/ 0 h 4787900"/>
              <a:gd name="connsiteX2" fmla="*/ 2819399 w 12192000"/>
              <a:gd name="connsiteY2" fmla="*/ 599281 h 4787900"/>
              <a:gd name="connsiteX3" fmla="*/ 12192000 w 12192000"/>
              <a:gd name="connsiteY3" fmla="*/ 599281 h 4787900"/>
              <a:gd name="connsiteX4" fmla="*/ 12192000 w 12192000"/>
              <a:gd name="connsiteY4" fmla="*/ 4787900 h 4787900"/>
              <a:gd name="connsiteX5" fmla="*/ 0 w 12192000"/>
              <a:gd name="connsiteY5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787900">
                <a:moveTo>
                  <a:pt x="0" y="0"/>
                </a:moveTo>
                <a:lnTo>
                  <a:pt x="2819399" y="0"/>
                </a:lnTo>
                <a:lnTo>
                  <a:pt x="2819399" y="599281"/>
                </a:lnTo>
                <a:lnTo>
                  <a:pt x="12192000" y="599281"/>
                </a:lnTo>
                <a:lnTo>
                  <a:pt x="12192000" y="4787900"/>
                </a:lnTo>
                <a:lnTo>
                  <a:pt x="0" y="478790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rgbClr val="C0C8D2"/>
                </a:solidFill>
              </a:defRPr>
            </a:lvl1pPr>
          </a:lstStyle>
          <a:p>
            <a:r>
              <a:rPr lang="en-US" dirty="0"/>
              <a:t>Drag and drop a picture here (optional)</a:t>
            </a:r>
          </a:p>
        </p:txBody>
      </p:sp>
    </p:spTree>
    <p:extLst>
      <p:ext uri="{BB962C8B-B14F-4D97-AF65-F5344CB8AC3E}">
        <p14:creationId xmlns:p14="http://schemas.microsoft.com/office/powerpoint/2010/main" val="88912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0037" y="1484313"/>
            <a:ext cx="5719763" cy="4608512"/>
          </a:xfrm>
        </p:spPr>
        <p:txBody>
          <a:bodyPr/>
          <a:lstStyle>
            <a:lvl1pPr marL="261938" indent="-261938">
              <a:buFont typeface="Arial" panose="020B0604020202020204" pitchFamily="34" charset="0"/>
              <a:buChar char="•"/>
              <a:defRPr/>
            </a:lvl1pPr>
            <a:lvl2pPr marL="536575" indent="-266700">
              <a:buFont typeface="Arial" panose="020B0604020202020204" pitchFamily="34" charset="0"/>
              <a:buChar char="•"/>
              <a:defRPr/>
            </a:lvl2pPr>
            <a:lvl3pPr marL="812800" indent="-273050">
              <a:buFont typeface="Arial" panose="020B0604020202020204" pitchFamily="34" charset="0"/>
              <a:buChar char="•"/>
              <a:defRPr/>
            </a:lvl3pPr>
            <a:lvl4pPr marL="987425" indent="-268288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0" y="1484313"/>
            <a:ext cx="5720400" cy="46085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88507-3E03-4FB3-A132-78A93978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44078-B338-4B71-BD47-0F234CD99180}" type="datetime1">
              <a:rPr lang="en-US" altLang="ja-JP" smtClean="0"/>
              <a:t>7/4/2026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E28F68-9BF2-4E8D-9900-2B961920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468ACE-19CE-4D11-BE8C-BF854FA8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657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74">
          <p15:clr>
            <a:srgbClr val="FBAE40"/>
          </p15:clr>
        </p15:guide>
        <p15:guide id="2" orient="horz" pos="137">
          <p15:clr>
            <a:srgbClr val="FBAE40"/>
          </p15:clr>
        </p15:guide>
        <p15:guide id="3" pos="726">
          <p15:clr>
            <a:srgbClr val="FBAE40"/>
          </p15:clr>
        </p15:guide>
        <p15:guide id="4" pos="565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97BAC-5561-499E-BBCB-6D6E1FD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A1777-293B-44C6-BDCA-81A8114C1E32}" type="datetime1">
              <a:rPr lang="en-US" altLang="ja-JP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25733-58EA-4C07-864D-B4CB76D0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75373-7992-498D-9AB1-3D825442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2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674">
          <p15:clr>
            <a:srgbClr val="FBAE40"/>
          </p15:clr>
        </p15:guide>
        <p15:guide id="4" orient="horz" pos="137">
          <p15:clr>
            <a:srgbClr val="FBAE40"/>
          </p15:clr>
        </p15:guide>
        <p15:guide id="5" pos="72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5953C-BDCE-466C-B5D1-10A5597F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C993C-504F-4161-B648-BC81B6CDF032}" type="datetime1">
              <a:rPr lang="en-US" altLang="ja-JP" smtClean="0"/>
              <a:t>7/4/2026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093A61-3D0C-4D22-A38C-FED809C5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FF57E-942B-4161-B1AA-AAC9C60F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62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674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pos="72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15AA452-2F5A-B772-945B-B0CFC5F3F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038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9467D-4E3E-2E79-F1E3-71984118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30C536-79BA-88B1-166F-BD74971E5A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0DF25-812A-35DC-2783-1BC33FB9C8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5D2CF-A487-DE9E-414F-462D62049E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BCF4F73-EC84-473A-9021-5AE2CF45038E}" type="datetime1">
              <a:rPr lang="en-US" altLang="ja-JP" smtClean="0"/>
              <a:t>7/4/2026</a:t>
            </a:fld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29F6FE6-9902-64DD-A000-F3C8D011E5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649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6E4D8103-4194-5038-5BB3-B27BD0162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038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B333E01B-74F4-BD5A-C789-5CB514934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649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9017772-3244-6F37-2086-3BFA0683EA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038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0A08BA30-CC2E-1C99-57CB-92CBBB68B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91649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74361AC-E7BF-9BB0-D531-28E15A7ED0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0038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A2A63932-A9F1-75DE-B4ED-0D62394486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649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B2E5A9C1-A2AB-4259-82F1-2AE3DFFDBA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461B435B-C211-8417-11B1-5F46A1AC59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7611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23E32E66-08FD-72CE-DA85-9B3671D6D2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E0F050B4-6ECE-8FF8-A1AA-3F4C2FBA8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7611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C57D1331-E3D7-C1FD-541B-C64045C742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FCBB95E6-B6D9-2B1A-115E-09D087D466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87611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1AED3D0D-2221-0F28-6404-8DE7BBE380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A72B0B48-D3AF-3DBD-FB54-005779ED39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87611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3006161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9153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-1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/>
          <a:p>
            <a:pPr lvl="0" algn="r"/>
            <a:r>
              <a:rPr lang="en-US" dirty="0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8" y="1484313"/>
            <a:ext cx="11591925" cy="4608512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/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70600" y="6330968"/>
            <a:ext cx="5483314" cy="292554"/>
          </a:xfrm>
          <a:prstGeom prst="rect">
            <a:avLst/>
          </a:prstGeom>
        </p:spPr>
        <p:txBody>
          <a:bodyPr vert="horz" lIns="90000" tIns="45720" rIns="90000" bIns="45720" rtlCol="0" anchor="b"/>
          <a:lstStyle>
            <a:lvl1pPr algn="r">
              <a:defRPr lang="en-US" sz="1100"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10261" y="6330968"/>
            <a:ext cx="411004" cy="292554"/>
          </a:xfrm>
          <a:prstGeom prst="rect">
            <a:avLst/>
          </a:prstGeom>
        </p:spPr>
        <p:txBody>
          <a:bodyPr vert="horz" lIns="0" tIns="46800" rIns="0" bIns="46800" rtlCol="0" anchor="b"/>
          <a:lstStyle>
            <a:lvl1pPr algn="r">
              <a:defRPr lang="en-US" sz="1100" b="0" smtClean="0">
                <a:solidFill>
                  <a:schemeClr val="tx2"/>
                </a:solidFill>
              </a:defRPr>
            </a:lvl1pPr>
          </a:lstStyle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57517" y="6330968"/>
            <a:ext cx="1184909" cy="2925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00" b="0">
                <a:solidFill>
                  <a:schemeClr val="tx2"/>
                </a:solidFill>
              </a:defRPr>
            </a:lvl1pPr>
          </a:lstStyle>
          <a:p>
            <a:fld id="{CCC4E1EE-9E13-4C2D-AFC1-1D3561D21B1A}" type="datetime1">
              <a:rPr lang="en-US" altLang="ja-JP" smtClean="0"/>
              <a:t>7/4/2026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198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36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938" indent="-261938" algn="l" defTabSz="914400" rtl="0" eaLnBrk="1" latinLnBrk="0" hangingPunct="1">
        <a:lnSpc>
          <a:spcPct val="10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kumimoji="1" lang="en-US" sz="24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36575" indent="-2667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30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18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4pPr>
      <a:lvl5pPr marL="1160463" indent="-26193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>
          <p15:clr>
            <a:srgbClr val="F26B43"/>
          </p15:clr>
        </p15:guide>
        <p15:guide id="2" pos="7491">
          <p15:clr>
            <a:srgbClr val="F26B43"/>
          </p15:clr>
        </p15:guide>
        <p15:guide id="3" orient="horz" pos="2160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822">
          <p15:clr>
            <a:srgbClr val="F26B43"/>
          </p15:clr>
        </p15:guide>
        <p15:guide id="7" pos="3840">
          <p15:clr>
            <a:srgbClr val="F26B43"/>
          </p15:clr>
        </p15:guide>
        <p15:guide id="8" orient="horz" pos="131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yutaka.kotani.in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07F96F6-0283-E961-5C37-89F47AF70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896084"/>
            <a:ext cx="5019440" cy="491927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961F07B-F036-AEB6-9E15-27930A70B3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General purpose PLL</a:t>
            </a:r>
            <a:br>
              <a:rPr kumimoji="1" lang="en-US" altLang="ja-JP" dirty="0"/>
            </a:br>
            <a:r>
              <a:rPr lang="en-US" altLang="ja-JP" sz="2400" b="0" dirty="0"/>
              <a:t>2026</a:t>
            </a:r>
            <a:r>
              <a:rPr kumimoji="1" lang="en-US" altLang="ja-JP" dirty="0"/>
              <a:t> </a:t>
            </a:r>
            <a:r>
              <a:rPr kumimoji="1" lang="en-US" altLang="ja-JP" sz="2400" b="0" dirty="0"/>
              <a:t> July 4</a:t>
            </a:r>
            <a:endParaRPr kumimoji="1" lang="ja-JP" altLang="en-US" b="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AA61F1-4BA6-C457-E76C-FDF43B4E3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16071" y="5024582"/>
            <a:ext cx="6575892" cy="1607572"/>
          </a:xfrm>
        </p:spPr>
        <p:txBody>
          <a:bodyPr/>
          <a:lstStyle/>
          <a:p>
            <a:r>
              <a:rPr kumimoji="1" lang="en-US" altLang="ja-JP" sz="2800" dirty="0"/>
              <a:t>Super Long Wave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kumimoji="1" lang="en-US" altLang="ja-JP" u="sng" dirty="0"/>
              <a:t>Yutaka Kotani </a:t>
            </a:r>
            <a:r>
              <a:rPr kumimoji="1" lang="en-US" altLang="ja-JP" dirty="0"/>
              <a:t>(team leader) </a:t>
            </a:r>
            <a:r>
              <a:rPr kumimoji="1" lang="en-US" altLang="ja-JP" dirty="0">
                <a:hlinkClick r:id="rId4"/>
              </a:rPr>
              <a:t>yutaka.kotani.in@gmail.com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lang="en-US" altLang="ja-JP" dirty="0"/>
              <a:t>Ashutosh Chakravarty</a:t>
            </a:r>
            <a:br>
              <a:rPr lang="en-US" altLang="ja-JP" dirty="0"/>
            </a:br>
            <a:r>
              <a:rPr lang="en-US" altLang="ja-JP" dirty="0"/>
              <a:t>  Cheng Fei</a:t>
            </a:r>
            <a:br>
              <a:rPr lang="en-US" altLang="ja-JP" dirty="0"/>
            </a:br>
            <a:r>
              <a:rPr lang="en-US" altLang="ja-JP" dirty="0"/>
              <a:t>  Fatima</a:t>
            </a:r>
          </a:p>
        </p:txBody>
      </p:sp>
    </p:spTree>
    <p:extLst>
      <p:ext uri="{BB962C8B-B14F-4D97-AF65-F5344CB8AC3E}">
        <p14:creationId xmlns:p14="http://schemas.microsoft.com/office/powerpoint/2010/main" val="2881290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B6661-4046-47F1-98D2-94225025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EF677FA-40B9-3F7D-5A91-4BC0BE3CF2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FF6A5AB9-AB8E-0360-DD3E-E56F1DD6A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Agenda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1962785-74AA-EE18-338B-4E8BDE90B2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  <a:endParaRPr kumimoji="1" lang="ja-JP" alt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55B661A-4B16-1DF3-6FB0-87A361072E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0EA10EC-3415-01C5-3CFE-2BD49E178B9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kumimoji="1" lang="en-US" altLang="ja-JP" dirty="0"/>
              <a:t>Design objective</a:t>
            </a:r>
            <a:endParaRPr kumimoji="1" lang="ja-JP" altLang="en-US" dirty="0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98748B37-DBF3-B9DC-F1E9-ECCC5473B31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1E4EC59E-98C6-19A7-2936-625912CA506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kumimoji="1" lang="en-US" altLang="ja-JP" dirty="0"/>
              <a:t>System overview</a:t>
            </a:r>
            <a:endParaRPr kumimoji="1" lang="ja-JP" altLang="en-US" dirty="0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C653D379-9F1C-32FD-34F7-01A796B1AFC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DD0D967-E749-EA7F-2FF5-017ED78F2C7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kumimoji="1" lang="en-US" altLang="ja-JP" dirty="0"/>
              <a:t>Schematic summary</a:t>
            </a:r>
            <a:endParaRPr kumimoji="1" lang="ja-JP" alt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EC85F449-D1EC-E3BD-7C3C-10AC829D4F5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altLang="ja-JP" dirty="0"/>
              <a:t>6</a:t>
            </a:r>
            <a:endParaRPr kumimoji="1" lang="ja-JP" altLang="en-US" dirty="0"/>
          </a:p>
        </p:txBody>
      </p:sp>
      <p:sp>
        <p:nvSpPr>
          <p:cNvPr id="12" name="テキスト プレースホルダー 11">
            <a:extLst>
              <a:ext uri="{FF2B5EF4-FFF2-40B4-BE49-F238E27FC236}">
                <a16:creationId xmlns:a16="http://schemas.microsoft.com/office/drawing/2014/main" id="{41CA7B29-5003-7696-3041-D07761D8F7E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altLang="ja-JP" dirty="0"/>
              <a:t>Verification status</a:t>
            </a:r>
            <a:endParaRPr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AE49594A-BE8B-FC9F-F74E-BDEB8C70C36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 altLang="ja-JP" dirty="0"/>
              <a:t>7</a:t>
            </a:r>
            <a:endParaRPr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5210D5DA-40A3-B60C-F8DA-0B80DFDBC0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 altLang="ja-JP" dirty="0"/>
              <a:t>Design checklist</a:t>
            </a:r>
            <a:endParaRPr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E7490CA8-B912-DEB6-5614-3B7468595AE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kumimoji="1" lang="en-US" altLang="ja-JP" dirty="0"/>
              <a:t>8</a:t>
            </a:r>
            <a:endParaRPr kumimoji="1" lang="ja-JP" altLang="en-US" dirty="0"/>
          </a:p>
        </p:txBody>
      </p:sp>
      <p:sp>
        <p:nvSpPr>
          <p:cNvPr id="16" name="テキスト プレースホルダー 15">
            <a:extLst>
              <a:ext uri="{FF2B5EF4-FFF2-40B4-BE49-F238E27FC236}">
                <a16:creationId xmlns:a16="http://schemas.microsoft.com/office/drawing/2014/main" id="{E3861BC6-5E78-5976-A7AE-BD56C41C5DD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altLang="ja-JP" dirty="0"/>
              <a:t>Open issues</a:t>
            </a:r>
            <a:endParaRPr lang="ja-JP" altLang="en-US" dirty="0"/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9AC4E61E-7EEC-3DF8-71DA-24070C5FBB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en-US" altLang="ja-JP" dirty="0"/>
              <a:t>9</a:t>
            </a:r>
            <a:endParaRPr kumimoji="1" lang="ja-JP" altLang="en-US" dirty="0"/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DB61899C-14BF-3259-6820-E8ADF65EF91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US" altLang="ja-JP" dirty="0"/>
              <a:t>Questions for reviewers</a:t>
            </a:r>
          </a:p>
        </p:txBody>
      </p:sp>
      <p:sp>
        <p:nvSpPr>
          <p:cNvPr id="19" name="スライド番号プレースホルダー 18">
            <a:extLst>
              <a:ext uri="{FF2B5EF4-FFF2-40B4-BE49-F238E27FC236}">
                <a16:creationId xmlns:a16="http://schemas.microsoft.com/office/drawing/2014/main" id="{65ED61C3-A2DE-18A4-F495-DF2AAFF6F95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2</a:t>
            </a:fld>
            <a:endParaRPr lang="en-US"/>
          </a:p>
        </p:txBody>
      </p:sp>
      <p:sp>
        <p:nvSpPr>
          <p:cNvPr id="20" name="テキスト プレースホルダー 8">
            <a:extLst>
              <a:ext uri="{FF2B5EF4-FFF2-40B4-BE49-F238E27FC236}">
                <a16:creationId xmlns:a16="http://schemas.microsoft.com/office/drawing/2014/main" id="{2FA19DB5-B9D6-FD08-216B-DAF184224AF1}"/>
              </a:ext>
            </a:extLst>
          </p:cNvPr>
          <p:cNvSpPr txBox="1">
            <a:spLocks/>
          </p:cNvSpPr>
          <p:nvPr/>
        </p:nvSpPr>
        <p:spPr>
          <a:xfrm>
            <a:off x="300038" y="6035399"/>
            <a:ext cx="731520" cy="731520"/>
          </a:xfrm>
          <a:prstGeom prst="rect">
            <a:avLst/>
          </a:prstGeom>
          <a:noFill/>
        </p:spPr>
        <p:txBody>
          <a:bodyPr vert="horz" lIns="91440" tIns="45720" rIns="9000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None/>
              <a:defRPr kumimoji="1"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575" indent="-2667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2800" indent="-2730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7425" indent="-26828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60463" indent="-26193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5</a:t>
            </a:r>
            <a:endParaRPr lang="ja-JP" altLang="en-US" dirty="0"/>
          </a:p>
        </p:txBody>
      </p:sp>
      <p:sp>
        <p:nvSpPr>
          <p:cNvPr id="21" name="テキスト プレースホルダー 9">
            <a:extLst>
              <a:ext uri="{FF2B5EF4-FFF2-40B4-BE49-F238E27FC236}">
                <a16:creationId xmlns:a16="http://schemas.microsoft.com/office/drawing/2014/main" id="{5D16A7B4-F435-672C-558A-EC76684511D6}"/>
              </a:ext>
            </a:extLst>
          </p:cNvPr>
          <p:cNvSpPr txBox="1">
            <a:spLocks/>
          </p:cNvSpPr>
          <p:nvPr/>
        </p:nvSpPr>
        <p:spPr>
          <a:xfrm>
            <a:off x="1091649" y="6035399"/>
            <a:ext cx="4754880" cy="731520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None/>
              <a:defRPr kumimoji="1"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575" indent="-2667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2800" indent="-2730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7425" indent="-26828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60463" indent="-26193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Design assumptions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56756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49FA1-8464-D2AE-16CC-BF04A67C6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14FB79-0BCE-1CF0-5CCB-DC51DB2368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484313"/>
            <a:ext cx="5720400" cy="4992588"/>
          </a:xfrm>
        </p:spPr>
        <p:txBody>
          <a:bodyPr/>
          <a:lstStyle/>
          <a:p>
            <a:r>
              <a:rPr lang="en-US" altLang="ja-JP" sz="2000" dirty="0"/>
              <a:t>What problems circuit solves</a:t>
            </a:r>
          </a:p>
          <a:p>
            <a:pPr lvl="1"/>
            <a:r>
              <a:rPr lang="en-US" altLang="ja-JP" sz="1600" dirty="0"/>
              <a:t>The PLL extracts the audio signal by performing FM demodulation on the 10.7 MHz intermediate frequency (IF) signal from the preceding radio front-end.</a:t>
            </a:r>
            <a:endParaRPr lang="en-US" altLang="ja-JP" sz="1600" dirty="0">
              <a:highlight>
                <a:srgbClr val="FFFF00"/>
              </a:highlight>
            </a:endParaRPr>
          </a:p>
          <a:p>
            <a:r>
              <a:rPr lang="en-US" altLang="ja-JP" sz="2000" dirty="0"/>
              <a:t>Target specifications</a:t>
            </a:r>
          </a:p>
          <a:p>
            <a:pPr lvl="1"/>
            <a:r>
              <a:rPr lang="en-US" altLang="ja-JP" sz="1800" dirty="0"/>
              <a:t>Input FM modulated IF 10.7MHz</a:t>
            </a:r>
          </a:p>
          <a:p>
            <a:pPr lvl="1"/>
            <a:r>
              <a:rPr lang="en-US" altLang="ja-JP" sz="1800" dirty="0"/>
              <a:t>Output FM demodulated audio signal</a:t>
            </a:r>
          </a:p>
          <a:p>
            <a:r>
              <a:rPr lang="en-US" altLang="ja-JP" sz="2000" dirty="0"/>
              <a:t>Intended Use</a:t>
            </a:r>
          </a:p>
          <a:p>
            <a:pPr lvl="1"/>
            <a:r>
              <a:rPr lang="en-US" altLang="ja-JP" sz="1800" dirty="0"/>
              <a:t>Create FM radio demodulator</a:t>
            </a:r>
          </a:p>
          <a:p>
            <a:r>
              <a:rPr lang="en-US" altLang="ja-JP" sz="2000" dirty="0"/>
              <a:t>Project scope and spec changes</a:t>
            </a:r>
            <a:br>
              <a:rPr lang="en-US" altLang="ja-JP" sz="2000" dirty="0"/>
            </a:br>
            <a:r>
              <a:rPr lang="en-US" altLang="ja-JP" sz="1800" dirty="0"/>
              <a:t>Following our mentor's advice, we have reduced the project scope and specifications.</a:t>
            </a:r>
          </a:p>
          <a:p>
            <a:pPr marL="612775" lvl="1" indent="-342900">
              <a:buFont typeface="+mj-lt"/>
              <a:buAutoNum type="arabicPeriod"/>
            </a:pPr>
            <a:r>
              <a:rPr lang="en-US" altLang="ja-JP" sz="1600" dirty="0"/>
              <a:t>Clock multiplier mode was deleted</a:t>
            </a:r>
            <a:endParaRPr lang="en-US" altLang="ja-JP" sz="1600" dirty="0">
              <a:highlight>
                <a:srgbClr val="FFFF00"/>
              </a:highlight>
            </a:endParaRPr>
          </a:p>
          <a:p>
            <a:pPr marL="612775" lvl="1" indent="-342900">
              <a:buFont typeface="+mj-lt"/>
              <a:buAutoNum type="arabicPeriod"/>
            </a:pPr>
            <a:r>
              <a:rPr lang="en-US" altLang="ja-JP" sz="1600" dirty="0"/>
              <a:t> Input signal was changed from a direct FM signal to an intermediate frequency of 10.7 MHz</a:t>
            </a:r>
            <a:endParaRPr lang="en-US" altLang="ja-JP" sz="1800" dirty="0"/>
          </a:p>
          <a:p>
            <a:endParaRPr lang="en-US" altLang="ja-JP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11AC9F4E-8112-FD1F-98FF-6B6077D81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Design objective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CCCA3C5B-1D3D-5A16-1D36-E409E46A3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3</a:t>
            </a:fld>
            <a:endParaRPr lang="en-US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9105B123-4BAE-A476-325E-679C8AA2BA21}"/>
              </a:ext>
            </a:extLst>
          </p:cNvPr>
          <p:cNvCxnSpPr>
            <a:cxnSpLocks/>
          </p:cNvCxnSpPr>
          <p:nvPr/>
        </p:nvCxnSpPr>
        <p:spPr>
          <a:xfrm flipV="1">
            <a:off x="4152101" y="4737290"/>
            <a:ext cx="209321" cy="560096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5FBEB369-80FA-68C5-F231-9932E858B59C}"/>
              </a:ext>
            </a:extLst>
          </p:cNvPr>
          <p:cNvSpPr/>
          <p:nvPr/>
        </p:nvSpPr>
        <p:spPr>
          <a:xfrm>
            <a:off x="1548241" y="4591944"/>
            <a:ext cx="3267429" cy="1410886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kumimoji="1" lang="ja-JP" altLang="en-US" sz="1200" dirty="0" err="1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A28CDD79-7D1C-B8F5-5F8C-05DE41D76300}"/>
              </a:ext>
            </a:extLst>
          </p:cNvPr>
          <p:cNvSpPr/>
          <p:nvPr/>
        </p:nvSpPr>
        <p:spPr>
          <a:xfrm>
            <a:off x="5294055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AMP &amp;</a:t>
            </a:r>
            <a:br>
              <a:rPr kumimoji="1" lang="en-US" altLang="ja-JP" sz="1200" dirty="0"/>
            </a:br>
            <a:r>
              <a:rPr kumimoji="1" lang="en-US" altLang="ja-JP" sz="1200" dirty="0"/>
              <a:t>Speaker</a:t>
            </a:r>
            <a:endParaRPr kumimoji="1" lang="ja-JP" altLang="en-US" sz="1200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30D3D2A0-12D4-3263-E74E-43E14F290CB3}"/>
              </a:ext>
            </a:extLst>
          </p:cNvPr>
          <p:cNvSpPr/>
          <p:nvPr/>
        </p:nvSpPr>
        <p:spPr>
          <a:xfrm>
            <a:off x="1787266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PFD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CC15F4CB-83FF-8604-A095-31C910D78EEB}"/>
              </a:ext>
            </a:extLst>
          </p:cNvPr>
          <p:cNvSpPr txBox="1"/>
          <p:nvPr/>
        </p:nvSpPr>
        <p:spPr>
          <a:xfrm>
            <a:off x="2913829" y="4603769"/>
            <a:ext cx="529868" cy="24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PLL</a:t>
            </a:r>
            <a:endParaRPr kumimoji="1" lang="ja-JP" altLang="en-US" sz="1200" b="1" dirty="0" err="1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450AA0C6-5397-711B-0A1F-39A300A8CA04}"/>
              </a:ext>
            </a:extLst>
          </p:cNvPr>
          <p:cNvSpPr/>
          <p:nvPr/>
        </p:nvSpPr>
        <p:spPr>
          <a:xfrm>
            <a:off x="2768542" y="552307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VCO</a:t>
            </a:r>
            <a:endParaRPr lang="ja-JP" altLang="en-US" sz="1100" dirty="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75AAD268-C54E-3102-3940-46F9385C1A39}"/>
              </a:ext>
            </a:extLst>
          </p:cNvPr>
          <p:cNvSpPr/>
          <p:nvPr/>
        </p:nvSpPr>
        <p:spPr>
          <a:xfrm>
            <a:off x="300037" y="494301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FM radio</a:t>
            </a:r>
            <a:br>
              <a:rPr kumimoji="1" lang="en-US" altLang="ja-JP" sz="1200" dirty="0"/>
            </a:br>
            <a:r>
              <a:rPr kumimoji="1" lang="en-US" altLang="ja-JP" sz="1200" dirty="0"/>
              <a:t>Frontend</a:t>
            </a:r>
            <a:endParaRPr kumimoji="1" lang="ja-JP" altLang="en-US" sz="1200" dirty="0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3CD6633E-AC15-3214-1B33-EC3104F379BE}"/>
              </a:ext>
            </a:extLst>
          </p:cNvPr>
          <p:cNvSpPr/>
          <p:nvPr/>
        </p:nvSpPr>
        <p:spPr>
          <a:xfrm>
            <a:off x="2762192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Charge</a:t>
            </a:r>
            <a:br>
              <a:rPr kumimoji="1" lang="en-US" altLang="ja-JP" sz="1100" dirty="0"/>
            </a:br>
            <a:r>
              <a:rPr kumimoji="1" lang="en-US" altLang="ja-JP" sz="1100" dirty="0"/>
              <a:t>pump</a:t>
            </a:r>
            <a:endParaRPr kumimoji="1" lang="ja-JP" altLang="en-US" sz="1100" dirty="0"/>
          </a:p>
        </p:txBody>
      </p: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CE272A00-871F-1D4B-A1FC-D1F16E588519}"/>
              </a:ext>
            </a:extLst>
          </p:cNvPr>
          <p:cNvCxnSpPr>
            <a:cxnSpLocks/>
            <a:stCxn id="68" idx="3"/>
            <a:endCxn id="72" idx="1"/>
          </p:cNvCxnSpPr>
          <p:nvPr/>
        </p:nvCxnSpPr>
        <p:spPr>
          <a:xfrm>
            <a:off x="2607707" y="5121075"/>
            <a:ext cx="15448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FBA0CFBE-C6B2-5004-2B1B-03D6BEFD6A51}"/>
              </a:ext>
            </a:extLst>
          </p:cNvPr>
          <p:cNvCxnSpPr>
            <a:cxnSpLocks/>
            <a:stCxn id="72" idx="3"/>
            <a:endCxn id="85" idx="1"/>
          </p:cNvCxnSpPr>
          <p:nvPr/>
        </p:nvCxnSpPr>
        <p:spPr>
          <a:xfrm>
            <a:off x="3582633" y="5121075"/>
            <a:ext cx="1387522" cy="12838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C8408D57-C15D-EB86-121D-9099DE496B75}"/>
              </a:ext>
            </a:extLst>
          </p:cNvPr>
          <p:cNvSpPr txBox="1"/>
          <p:nvPr/>
        </p:nvSpPr>
        <p:spPr>
          <a:xfrm>
            <a:off x="998335" y="4684778"/>
            <a:ext cx="1087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1" dirty="0">
                <a:highlight>
                  <a:srgbClr val="FFFF00"/>
                </a:highlight>
              </a:rPr>
              <a:t>10.7MHz </a:t>
            </a:r>
            <a:endParaRPr kumimoji="1" lang="ja-JP" altLang="en-US" sz="1200" b="1" dirty="0" err="1">
              <a:highlight>
                <a:srgbClr val="FFFF00"/>
              </a:highlight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0AE6B161-311B-4F1A-AF91-4E2D2B25E004}"/>
              </a:ext>
            </a:extLst>
          </p:cNvPr>
          <p:cNvSpPr txBox="1"/>
          <p:nvPr/>
        </p:nvSpPr>
        <p:spPr>
          <a:xfrm>
            <a:off x="4547757" y="6015236"/>
            <a:ext cx="647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Audio Signal</a:t>
            </a:r>
            <a:endParaRPr kumimoji="1" lang="ja-JP" altLang="en-US" sz="1200" b="1" dirty="0" err="1"/>
          </a:p>
        </p:txBody>
      </p: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4197E091-F077-6519-36A2-00B4A0C15265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>
            <a:off x="1120478" y="5119328"/>
            <a:ext cx="666788" cy="174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85A20B46-AB3F-7A9C-AC0E-BCF868E188C4}"/>
              </a:ext>
            </a:extLst>
          </p:cNvPr>
          <p:cNvCxnSpPr>
            <a:cxnSpLocks/>
            <a:stCxn id="99" idx="2"/>
            <a:endCxn id="93" idx="0"/>
          </p:cNvCxnSpPr>
          <p:nvPr/>
        </p:nvCxnSpPr>
        <p:spPr>
          <a:xfrm flipH="1">
            <a:off x="4152100" y="5871364"/>
            <a:ext cx="1" cy="45972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582A3A44-8452-8B90-65D9-EE57ABBCA348}"/>
              </a:ext>
            </a:extLst>
          </p:cNvPr>
          <p:cNvSpPr/>
          <p:nvPr/>
        </p:nvSpPr>
        <p:spPr>
          <a:xfrm>
            <a:off x="4970155" y="495760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200" dirty="0"/>
              <a:t>Loop</a:t>
            </a:r>
            <a:br>
              <a:rPr lang="en-US" altLang="ja-JP" sz="1200" dirty="0"/>
            </a:br>
            <a:r>
              <a:rPr lang="en-US" altLang="ja-JP" sz="1200" dirty="0"/>
              <a:t>Filter</a:t>
            </a:r>
            <a:endParaRPr kumimoji="1" lang="ja-JP" altLang="en-US" sz="1200" dirty="0"/>
          </a:p>
        </p:txBody>
      </p: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E44C92C6-3FE0-B4EE-1A2F-7A97C7F5452D}"/>
              </a:ext>
            </a:extLst>
          </p:cNvPr>
          <p:cNvCxnSpPr>
            <a:cxnSpLocks/>
            <a:stCxn id="70" idx="1"/>
            <a:endCxn id="68" idx="2"/>
          </p:cNvCxnSpPr>
          <p:nvPr/>
        </p:nvCxnSpPr>
        <p:spPr>
          <a:xfrm rot="10800000">
            <a:off x="2197488" y="5297387"/>
            <a:ext cx="571055" cy="401999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B1C01314-1F08-53F3-F6E2-09814DE56BF2}"/>
              </a:ext>
            </a:extLst>
          </p:cNvPr>
          <p:cNvSpPr/>
          <p:nvPr/>
        </p:nvSpPr>
        <p:spPr>
          <a:xfrm>
            <a:off x="3741879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LPF</a:t>
            </a:r>
            <a:endParaRPr kumimoji="1" lang="ja-JP" altLang="en-US" sz="1200" dirty="0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1B52F4FD-9353-F8C7-7DEC-AD5C4F40E5C2}"/>
              </a:ext>
            </a:extLst>
          </p:cNvPr>
          <p:cNvSpPr/>
          <p:nvPr/>
        </p:nvSpPr>
        <p:spPr>
          <a:xfrm>
            <a:off x="3741880" y="551874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Buffer</a:t>
            </a:r>
            <a:endParaRPr kumimoji="1" lang="ja-JP" altLang="en-US" sz="1100" dirty="0"/>
          </a:p>
        </p:txBody>
      </p:sp>
      <p:cxnSp>
        <p:nvCxnSpPr>
          <p:cNvPr id="114" name="直線矢印コネクタ 113">
            <a:extLst>
              <a:ext uri="{FF2B5EF4-FFF2-40B4-BE49-F238E27FC236}">
                <a16:creationId xmlns:a16="http://schemas.microsoft.com/office/drawing/2014/main" id="{7EFDED0F-6778-E38A-C273-48C862B843AA}"/>
              </a:ext>
            </a:extLst>
          </p:cNvPr>
          <p:cNvCxnSpPr>
            <a:cxnSpLocks/>
            <a:stCxn id="99" idx="1"/>
          </p:cNvCxnSpPr>
          <p:nvPr/>
        </p:nvCxnSpPr>
        <p:spPr>
          <a:xfrm flipH="1">
            <a:off x="3588982" y="5695053"/>
            <a:ext cx="152898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C7567A74-80CB-BDDF-C48F-096181569E16}"/>
              </a:ext>
            </a:extLst>
          </p:cNvPr>
          <p:cNvCxnSpPr>
            <a:cxnSpLocks/>
            <a:stCxn id="93" idx="3"/>
            <a:endCxn id="67" idx="1"/>
          </p:cNvCxnSpPr>
          <p:nvPr/>
        </p:nvCxnSpPr>
        <p:spPr>
          <a:xfrm>
            <a:off x="4562320" y="6507398"/>
            <a:ext cx="73173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線矢印コネクタ 151">
            <a:extLst>
              <a:ext uri="{FF2B5EF4-FFF2-40B4-BE49-F238E27FC236}">
                <a16:creationId xmlns:a16="http://schemas.microsoft.com/office/drawing/2014/main" id="{C02D2F7B-4CAC-6144-ABF6-66CEB5F3E135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3178763" y="5875696"/>
            <a:ext cx="0" cy="45539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5" name="グループ化 194">
            <a:extLst>
              <a:ext uri="{FF2B5EF4-FFF2-40B4-BE49-F238E27FC236}">
                <a16:creationId xmlns:a16="http://schemas.microsoft.com/office/drawing/2014/main" id="{5D4CD84B-2E7F-14D2-4D14-4E114D0CC624}"/>
              </a:ext>
            </a:extLst>
          </p:cNvPr>
          <p:cNvGrpSpPr/>
          <p:nvPr/>
        </p:nvGrpSpPr>
        <p:grpSpPr>
          <a:xfrm>
            <a:off x="300037" y="1236592"/>
            <a:ext cx="5555772" cy="5087963"/>
            <a:chOff x="300037" y="1236592"/>
            <a:chExt cx="5555772" cy="5087963"/>
          </a:xfrm>
        </p:grpSpPr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DAB90196-4BD2-119F-8FAB-A85B69902D30}"/>
                </a:ext>
              </a:extLst>
            </p:cNvPr>
            <p:cNvSpPr txBox="1"/>
            <p:nvPr/>
          </p:nvSpPr>
          <p:spPr>
            <a:xfrm>
              <a:off x="1558352" y="1236592"/>
              <a:ext cx="36156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 b="1" dirty="0"/>
                <a:t>Clock multiplier mode</a:t>
              </a:r>
              <a:endParaRPr kumimoji="1" lang="ja-JP" altLang="en-US" sz="2000" b="1" dirty="0" err="1"/>
            </a:p>
          </p:txBody>
        </p:sp>
        <p:grpSp>
          <p:nvGrpSpPr>
            <p:cNvPr id="190" name="グループ化 189">
              <a:extLst>
                <a:ext uri="{FF2B5EF4-FFF2-40B4-BE49-F238E27FC236}">
                  <a16:creationId xmlns:a16="http://schemas.microsoft.com/office/drawing/2014/main" id="{BF816374-736D-6A05-10A9-8763446CCF6A}"/>
                </a:ext>
              </a:extLst>
            </p:cNvPr>
            <p:cNvGrpSpPr/>
            <p:nvPr/>
          </p:nvGrpSpPr>
          <p:grpSpPr>
            <a:xfrm>
              <a:off x="300037" y="1665375"/>
              <a:ext cx="5555772" cy="4659180"/>
              <a:chOff x="300037" y="1870134"/>
              <a:chExt cx="5555772" cy="4659180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8AA910D1-DF30-82F8-CF46-BA07EDE9D4E4}"/>
                  </a:ext>
                </a:extLst>
              </p:cNvPr>
              <p:cNvSpPr/>
              <p:nvPr/>
            </p:nvSpPr>
            <p:spPr>
              <a:xfrm>
                <a:off x="1548241" y="1870134"/>
                <a:ext cx="3267429" cy="1410886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endParaRPr kumimoji="1" lang="ja-JP" altLang="en-US" sz="1200" dirty="0" err="1"/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0DD387A1-C087-0A3A-9D5D-6EB996D9A134}"/>
                  </a:ext>
                </a:extLst>
              </p:cNvPr>
              <p:cNvSpPr/>
              <p:nvPr/>
            </p:nvSpPr>
            <p:spPr>
              <a:xfrm>
                <a:off x="1984965" y="3598126"/>
                <a:ext cx="54728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CPU</a:t>
                </a:r>
                <a:endParaRPr kumimoji="1" lang="ja-JP" altLang="en-US" sz="1200" dirty="0"/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D907E3FF-3F7A-DBD5-1EA8-CD93DC9128F7}"/>
                  </a:ext>
                </a:extLst>
              </p:cNvPr>
              <p:cNvSpPr/>
              <p:nvPr/>
            </p:nvSpPr>
            <p:spPr>
              <a:xfrm>
                <a:off x="1787266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PFD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ED76ADB0-5734-7B02-7F1C-331430632BC2}"/>
                  </a:ext>
                </a:extLst>
              </p:cNvPr>
              <p:cNvSpPr txBox="1"/>
              <p:nvPr/>
            </p:nvSpPr>
            <p:spPr>
              <a:xfrm>
                <a:off x="2913829" y="1881959"/>
                <a:ext cx="529868" cy="242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b="1" dirty="0"/>
                  <a:t>PLL</a:t>
                </a:r>
                <a:endParaRPr kumimoji="1" lang="ja-JP" altLang="en-US" sz="1200" b="1" dirty="0" err="1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1C640E25-0941-88D8-9193-4DA1E7DB2FAC}"/>
                  </a:ext>
                </a:extLst>
              </p:cNvPr>
              <p:cNvSpPr/>
              <p:nvPr/>
            </p:nvSpPr>
            <p:spPr>
              <a:xfrm>
                <a:off x="2762191" y="280126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VCO</a:t>
                </a:r>
                <a:endParaRPr lang="ja-JP" altLang="en-US" sz="1100" dirty="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FC96C682-5FE7-CAD8-E8AC-A131DC388265}"/>
                  </a:ext>
                </a:extLst>
              </p:cNvPr>
              <p:cNvSpPr/>
              <p:nvPr/>
            </p:nvSpPr>
            <p:spPr>
              <a:xfrm>
                <a:off x="300037" y="222120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Crystal</a:t>
                </a:r>
                <a:br>
                  <a:rPr kumimoji="1" lang="en-US" altLang="ja-JP" sz="1200" dirty="0"/>
                </a:br>
                <a:r>
                  <a:rPr kumimoji="1" lang="en-US" altLang="ja-JP" sz="1200" dirty="0"/>
                  <a:t>Oscillator</a:t>
                </a:r>
                <a:endParaRPr kumimoji="1" lang="ja-JP" altLang="en-US" sz="1200" dirty="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BACC077-D2E7-4240-8347-0ABDFA75AB57}"/>
                  </a:ext>
                </a:extLst>
              </p:cNvPr>
              <p:cNvSpPr/>
              <p:nvPr/>
            </p:nvSpPr>
            <p:spPr>
              <a:xfrm>
                <a:off x="2762192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Charge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pump</a:t>
                </a:r>
                <a:endParaRPr kumimoji="1" lang="ja-JP" altLang="en-US" sz="1100" dirty="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3051CD84-6514-1AD7-93AB-139A96443808}"/>
                  </a:ext>
                </a:extLst>
              </p:cNvPr>
              <p:cNvSpPr/>
              <p:nvPr/>
            </p:nvSpPr>
            <p:spPr>
              <a:xfrm>
                <a:off x="5035368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Loop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Filter</a:t>
                </a:r>
                <a:endParaRPr kumimoji="1" lang="ja-JP" altLang="en-US" sz="1100" dirty="0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5E30EC31-FA78-6326-5B3C-23766700FD08}"/>
                  </a:ext>
                </a:extLst>
              </p:cNvPr>
              <p:cNvSpPr/>
              <p:nvPr/>
            </p:nvSpPr>
            <p:spPr>
              <a:xfrm>
                <a:off x="1787266" y="2801263"/>
                <a:ext cx="72026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Divider</a:t>
                </a:r>
                <a:endParaRPr kumimoji="1" lang="ja-JP" altLang="en-US" sz="1200" dirty="0"/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57687574-6BD4-51D5-6DCB-16EB0DB46377}"/>
                  </a:ext>
                </a:extLst>
              </p:cNvPr>
              <p:cNvCxnSpPr>
                <a:cxnSpLocks/>
                <a:stCxn id="6" idx="3"/>
                <a:endCxn id="11" idx="1"/>
              </p:cNvCxnSpPr>
              <p:nvPr/>
            </p:nvCxnSpPr>
            <p:spPr>
              <a:xfrm>
                <a:off x="2607707" y="2399265"/>
                <a:ext cx="15448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線矢印コネクタ 16">
                <a:extLst>
                  <a:ext uri="{FF2B5EF4-FFF2-40B4-BE49-F238E27FC236}">
                    <a16:creationId xmlns:a16="http://schemas.microsoft.com/office/drawing/2014/main" id="{7CFA99AC-C67F-86EE-C6E0-E5D514BBE5A8}"/>
                  </a:ext>
                </a:extLst>
              </p:cNvPr>
              <p:cNvCxnSpPr>
                <a:cxnSpLocks/>
                <a:stCxn id="11" idx="3"/>
                <a:endCxn id="12" idx="1"/>
              </p:cNvCxnSpPr>
              <p:nvPr/>
            </p:nvCxnSpPr>
            <p:spPr>
              <a:xfrm>
                <a:off x="3582633" y="2399265"/>
                <a:ext cx="145273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id="{BB79CD3F-C096-34A9-C9EE-734717F6247D}"/>
                  </a:ext>
                </a:extLst>
              </p:cNvPr>
              <p:cNvCxnSpPr>
                <a:cxnSpLocks/>
                <a:stCxn id="9" idx="1"/>
                <a:endCxn id="13" idx="3"/>
              </p:cNvCxnSpPr>
              <p:nvPr/>
            </p:nvCxnSpPr>
            <p:spPr>
              <a:xfrm flipH="1" flipV="1">
                <a:off x="2507527" y="2977574"/>
                <a:ext cx="254664" cy="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テキスト ボックス 49">
                <a:extLst>
                  <a:ext uri="{FF2B5EF4-FFF2-40B4-BE49-F238E27FC236}">
                    <a16:creationId xmlns:a16="http://schemas.microsoft.com/office/drawing/2014/main" id="{7217B696-1D02-2560-6376-ED7698B43E7F}"/>
                  </a:ext>
                </a:extLst>
              </p:cNvPr>
              <p:cNvSpPr txBox="1"/>
              <p:nvPr/>
            </p:nvSpPr>
            <p:spPr>
              <a:xfrm>
                <a:off x="1199144" y="3328071"/>
                <a:ext cx="11020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CLK:80MH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cxnSp>
            <p:nvCxnSpPr>
              <p:cNvPr id="43" name="直線矢印コネクタ 42">
                <a:extLst>
                  <a:ext uri="{FF2B5EF4-FFF2-40B4-BE49-F238E27FC236}">
                    <a16:creationId xmlns:a16="http://schemas.microsoft.com/office/drawing/2014/main" id="{83A5592D-2C2A-4DF8-A30C-01CC79E8438C}"/>
                  </a:ext>
                </a:extLst>
              </p:cNvPr>
              <p:cNvCxnSpPr>
                <a:cxnSpLocks/>
                <a:stCxn id="13" idx="0"/>
              </p:cNvCxnSpPr>
              <p:nvPr/>
            </p:nvCxnSpPr>
            <p:spPr>
              <a:xfrm flipV="1">
                <a:off x="2147397" y="2571082"/>
                <a:ext cx="0" cy="23018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>
                <a:extLst>
                  <a:ext uri="{FF2B5EF4-FFF2-40B4-BE49-F238E27FC236}">
                    <a16:creationId xmlns:a16="http://schemas.microsoft.com/office/drawing/2014/main" id="{112BB42A-E044-1892-8753-406ED58F85C2}"/>
                  </a:ext>
                </a:extLst>
              </p:cNvPr>
              <p:cNvCxnSpPr>
                <a:cxnSpLocks/>
                <a:stCxn id="10" idx="3"/>
                <a:endCxn id="6" idx="1"/>
              </p:cNvCxnSpPr>
              <p:nvPr/>
            </p:nvCxnSpPr>
            <p:spPr>
              <a:xfrm>
                <a:off x="1120478" y="2397518"/>
                <a:ext cx="666788" cy="1747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線矢印コネクタ 161">
                <a:extLst>
                  <a:ext uri="{FF2B5EF4-FFF2-40B4-BE49-F238E27FC236}">
                    <a16:creationId xmlns:a16="http://schemas.microsoft.com/office/drawing/2014/main" id="{544C12F4-B7A0-DB5F-A880-D7FAD09CFAF5}"/>
                  </a:ext>
                </a:extLst>
              </p:cNvPr>
              <p:cNvCxnSpPr>
                <a:cxnSpLocks/>
                <a:stCxn id="160" idx="1"/>
                <a:endCxn id="9" idx="3"/>
              </p:cNvCxnSpPr>
              <p:nvPr/>
            </p:nvCxnSpPr>
            <p:spPr>
              <a:xfrm flipH="1" flipV="1">
                <a:off x="3582632" y="2977575"/>
                <a:ext cx="154484" cy="4493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正方形/長方形 159">
                <a:extLst>
                  <a:ext uri="{FF2B5EF4-FFF2-40B4-BE49-F238E27FC236}">
                    <a16:creationId xmlns:a16="http://schemas.microsoft.com/office/drawing/2014/main" id="{3FE84A21-2A7D-087E-BE9B-9324CDFA64E3}"/>
                  </a:ext>
                </a:extLst>
              </p:cNvPr>
              <p:cNvSpPr/>
              <p:nvPr/>
            </p:nvSpPr>
            <p:spPr>
              <a:xfrm>
                <a:off x="3737116" y="280575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Buffer</a:t>
                </a:r>
                <a:endParaRPr kumimoji="1" lang="ja-JP" altLang="en-US" sz="1100" dirty="0"/>
              </a:p>
            </p:txBody>
          </p:sp>
          <p:cxnSp>
            <p:nvCxnSpPr>
              <p:cNvPr id="169" name="コネクタ: カギ線 168">
                <a:extLst>
                  <a:ext uri="{FF2B5EF4-FFF2-40B4-BE49-F238E27FC236}">
                    <a16:creationId xmlns:a16="http://schemas.microsoft.com/office/drawing/2014/main" id="{88829663-50B5-9484-452F-B961CF952B4B}"/>
                  </a:ext>
                </a:extLst>
              </p:cNvPr>
              <p:cNvCxnSpPr>
                <a:cxnSpLocks/>
                <a:stCxn id="13" idx="3"/>
                <a:endCxn id="5" idx="0"/>
              </p:cNvCxnSpPr>
              <p:nvPr/>
            </p:nvCxnSpPr>
            <p:spPr>
              <a:xfrm flipH="1">
                <a:off x="2258606" y="2977574"/>
                <a:ext cx="248921" cy="620552"/>
              </a:xfrm>
              <a:prstGeom prst="bentConnector4">
                <a:avLst>
                  <a:gd name="adj1" fmla="val -64625"/>
                  <a:gd name="adj2" fmla="val 64206"/>
                </a:avLst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正方形/長方形 175">
                <a:extLst>
                  <a:ext uri="{FF2B5EF4-FFF2-40B4-BE49-F238E27FC236}">
                    <a16:creationId xmlns:a16="http://schemas.microsoft.com/office/drawing/2014/main" id="{3F2EFE39-1378-A9FB-EEBC-73703D0A665D}"/>
                  </a:ext>
                </a:extLst>
              </p:cNvPr>
              <p:cNvSpPr/>
              <p:nvPr/>
            </p:nvSpPr>
            <p:spPr>
              <a:xfrm>
                <a:off x="2762191" y="3598389"/>
                <a:ext cx="1050385" cy="3412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2x Current</a:t>
                </a:r>
                <a:br>
                  <a:rPr lang="en-US" altLang="ja-JP" sz="1100" dirty="0"/>
                </a:br>
                <a:r>
                  <a:rPr lang="en-US" altLang="ja-JP" sz="1100" dirty="0"/>
                  <a:t>Source</a:t>
                </a:r>
                <a:endParaRPr lang="ja-JP" altLang="en-US" sz="1100" dirty="0"/>
              </a:p>
            </p:txBody>
          </p:sp>
          <p:sp>
            <p:nvSpPr>
              <p:cNvPr id="177" name="テキスト ボックス 176">
                <a:extLst>
                  <a:ext uri="{FF2B5EF4-FFF2-40B4-BE49-F238E27FC236}">
                    <a16:creationId xmlns:a16="http://schemas.microsoft.com/office/drawing/2014/main" id="{363117F4-CDDC-A4B7-610A-6FDF21F1A55C}"/>
                  </a:ext>
                </a:extLst>
              </p:cNvPr>
              <p:cNvSpPr txBox="1"/>
              <p:nvPr/>
            </p:nvSpPr>
            <p:spPr>
              <a:xfrm>
                <a:off x="3355065" y="3160866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  <p:cxnSp>
            <p:nvCxnSpPr>
              <p:cNvPr id="178" name="直線矢印コネクタ 177">
                <a:extLst>
                  <a:ext uri="{FF2B5EF4-FFF2-40B4-BE49-F238E27FC236}">
                    <a16:creationId xmlns:a16="http://schemas.microsoft.com/office/drawing/2014/main" id="{1CA66A04-EA48-95E5-3A85-224DBB3CFFD7}"/>
                  </a:ext>
                </a:extLst>
              </p:cNvPr>
              <p:cNvCxnSpPr>
                <a:cxnSpLocks/>
                <a:endCxn id="9" idx="2"/>
              </p:cNvCxnSpPr>
              <p:nvPr/>
            </p:nvCxnSpPr>
            <p:spPr>
              <a:xfrm flipV="1">
                <a:off x="3172410" y="3153886"/>
                <a:ext cx="2" cy="45539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8BA9F8C5-147D-2CC0-34B0-9B58C1594C93}"/>
                  </a:ext>
                </a:extLst>
              </p:cNvPr>
              <p:cNvSpPr txBox="1"/>
              <p:nvPr/>
            </p:nvSpPr>
            <p:spPr>
              <a:xfrm>
                <a:off x="935369" y="1910683"/>
                <a:ext cx="122574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CLK:10MH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4B563958-4813-4482-FC4F-38FD12695D8A}"/>
                  </a:ext>
                </a:extLst>
              </p:cNvPr>
              <p:cNvSpPr txBox="1"/>
              <p:nvPr/>
            </p:nvSpPr>
            <p:spPr>
              <a:xfrm>
                <a:off x="1737118" y="6067649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adjust</a:t>
                </a:r>
                <a:endParaRPr kumimoji="1" lang="ja-JP" altLang="en-US" sz="1200" b="1" dirty="0" err="1"/>
              </a:p>
            </p:txBody>
          </p:sp>
        </p:grpSp>
      </p:grpSp>
      <p:sp>
        <p:nvSpPr>
          <p:cNvPr id="191" name="テキスト ボックス 190">
            <a:extLst>
              <a:ext uri="{FF2B5EF4-FFF2-40B4-BE49-F238E27FC236}">
                <a16:creationId xmlns:a16="http://schemas.microsoft.com/office/drawing/2014/main" id="{72529422-9F00-66CB-3198-43668F2B3D79}"/>
              </a:ext>
            </a:extLst>
          </p:cNvPr>
          <p:cNvSpPr txBox="1"/>
          <p:nvPr/>
        </p:nvSpPr>
        <p:spPr>
          <a:xfrm>
            <a:off x="1558352" y="4146546"/>
            <a:ext cx="3615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b="1" dirty="0"/>
              <a:t>FM demodulator mode</a:t>
            </a:r>
            <a:endParaRPr kumimoji="1" lang="ja-JP" altLang="en-US" sz="2000" b="1" dirty="0" err="1"/>
          </a:p>
        </p:txBody>
      </p:sp>
      <p:cxnSp>
        <p:nvCxnSpPr>
          <p:cNvPr id="193" name="直線コネクタ 192">
            <a:extLst>
              <a:ext uri="{FF2B5EF4-FFF2-40B4-BE49-F238E27FC236}">
                <a16:creationId xmlns:a16="http://schemas.microsoft.com/office/drawing/2014/main" id="{E36D6095-4142-1186-4260-D71033093A44}"/>
              </a:ext>
            </a:extLst>
          </p:cNvPr>
          <p:cNvCxnSpPr/>
          <p:nvPr/>
        </p:nvCxnSpPr>
        <p:spPr>
          <a:xfrm flipH="1">
            <a:off x="282804" y="4038600"/>
            <a:ext cx="5558532" cy="0"/>
          </a:xfrm>
          <a:prstGeom prst="line">
            <a:avLst/>
          </a:prstGeom>
          <a:ln w="19050" cap="flat" cmpd="sng" algn="ctr">
            <a:solidFill>
              <a:schemeClr val="tx2">
                <a:lumMod val="20000"/>
                <a:lumOff val="8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34E87ABD-ACEB-A6D1-90FA-5CA4F231112E}"/>
              </a:ext>
            </a:extLst>
          </p:cNvPr>
          <p:cNvCxnSpPr>
            <a:cxnSpLocks/>
            <a:stCxn id="85" idx="2"/>
            <a:endCxn id="99" idx="3"/>
          </p:cNvCxnSpPr>
          <p:nvPr/>
        </p:nvCxnSpPr>
        <p:spPr>
          <a:xfrm rot="5400000">
            <a:off x="4778935" y="5093611"/>
            <a:ext cx="384829" cy="818055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80D0098F-64A8-DB79-B607-F89846C70535}"/>
              </a:ext>
            </a:extLst>
          </p:cNvPr>
          <p:cNvCxnSpPr>
            <a:cxnSpLocks/>
            <a:stCxn id="12" idx="2"/>
            <a:endCxn id="160" idx="3"/>
          </p:cNvCxnSpPr>
          <p:nvPr/>
        </p:nvCxnSpPr>
        <p:spPr>
          <a:xfrm rot="5400000">
            <a:off x="4798327" y="2130047"/>
            <a:ext cx="406492" cy="888032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F9F0DABA-68FB-38D6-4F16-FACFE2CF5CDE}"/>
              </a:ext>
            </a:extLst>
          </p:cNvPr>
          <p:cNvSpPr/>
          <p:nvPr/>
        </p:nvSpPr>
        <p:spPr>
          <a:xfrm>
            <a:off x="2555942" y="6329612"/>
            <a:ext cx="1050385" cy="3412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Current</a:t>
            </a:r>
            <a:br>
              <a:rPr lang="en-US" altLang="ja-JP" sz="1100" dirty="0"/>
            </a:br>
            <a:r>
              <a:rPr lang="en-US" altLang="ja-JP" sz="1100" dirty="0"/>
              <a:t>Source</a:t>
            </a:r>
            <a:endParaRPr lang="ja-JP" altLang="en-US" sz="1100" dirty="0"/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07C34821-6992-3EEE-B5D0-2A93D0F4170C}"/>
              </a:ext>
            </a:extLst>
          </p:cNvPr>
          <p:cNvCxnSpPr/>
          <p:nvPr/>
        </p:nvCxnSpPr>
        <p:spPr>
          <a:xfrm>
            <a:off x="466165" y="779929"/>
            <a:ext cx="5324431" cy="2954921"/>
          </a:xfrm>
          <a:prstGeom prst="line">
            <a:avLst/>
          </a:prstGeom>
          <a:ln w="22225"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2EDFD94B-BB02-8A25-C383-02C4125F8E26}"/>
              </a:ext>
            </a:extLst>
          </p:cNvPr>
          <p:cNvCxnSpPr>
            <a:cxnSpLocks/>
          </p:cNvCxnSpPr>
          <p:nvPr/>
        </p:nvCxnSpPr>
        <p:spPr>
          <a:xfrm flipH="1">
            <a:off x="268190" y="642489"/>
            <a:ext cx="5513828" cy="3064895"/>
          </a:xfrm>
          <a:prstGeom prst="line">
            <a:avLst/>
          </a:prstGeom>
          <a:ln w="22225"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20E1BEF-2BDD-41A6-4200-162BB677FDDF}"/>
              </a:ext>
            </a:extLst>
          </p:cNvPr>
          <p:cNvSpPr txBox="1"/>
          <p:nvPr/>
        </p:nvSpPr>
        <p:spPr>
          <a:xfrm>
            <a:off x="4662331" y="959593"/>
            <a:ext cx="5325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2400" b="1" dirty="0">
                <a:highlight>
                  <a:srgbClr val="FFFF00"/>
                </a:highlight>
              </a:rPr>
              <a:t>*1</a:t>
            </a:r>
            <a:endParaRPr kumimoji="1" lang="ja-JP" altLang="en-US" sz="2400" b="1" dirty="0" err="1">
              <a:highlight>
                <a:srgbClr val="FFFF00"/>
              </a:highlight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3A155B7C-A556-7826-17A8-2BAE728400F2}"/>
              </a:ext>
            </a:extLst>
          </p:cNvPr>
          <p:cNvSpPr txBox="1"/>
          <p:nvPr/>
        </p:nvSpPr>
        <p:spPr>
          <a:xfrm>
            <a:off x="905679" y="4305041"/>
            <a:ext cx="5325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2400" b="1" dirty="0">
                <a:highlight>
                  <a:srgbClr val="FFFF00"/>
                </a:highlight>
              </a:rPr>
              <a:t>*2</a:t>
            </a:r>
            <a:endParaRPr kumimoji="1" lang="ja-JP" altLang="en-US" sz="2400" b="1" dirty="0" err="1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27512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D20AF00-5176-B20A-1B33-E2FB18D62A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ja-JP" sz="1800" dirty="0"/>
              <a:t>PFD</a:t>
            </a:r>
            <a:br>
              <a:rPr kumimoji="1" lang="en-US" altLang="ja-JP" sz="1800" dirty="0"/>
            </a:br>
            <a:r>
              <a:rPr kumimoji="1" lang="en-US" altLang="ja-JP" sz="1800" dirty="0"/>
              <a:t>* </a:t>
            </a:r>
            <a:r>
              <a:rPr kumimoji="1" lang="en-US" altLang="ja-JP" sz="1800" dirty="0" err="1"/>
              <a:t>buttercutter</a:t>
            </a:r>
            <a:r>
              <a:rPr kumimoji="1" lang="en-US" altLang="ja-JP" sz="1800" dirty="0"/>
              <a:t> write here.</a:t>
            </a:r>
          </a:p>
          <a:p>
            <a:r>
              <a:rPr lang="en-US" altLang="ja-JP" sz="1800" dirty="0"/>
              <a:t>Charge pump</a:t>
            </a:r>
            <a:br>
              <a:rPr lang="en-US" altLang="ja-JP" sz="1800" dirty="0"/>
            </a:br>
            <a:r>
              <a:rPr lang="en-US" altLang="ja-JP" sz="1800" dirty="0"/>
              <a:t>* fa_84 write here.</a:t>
            </a:r>
          </a:p>
          <a:p>
            <a:r>
              <a:rPr lang="en-US" altLang="ja-JP" sz="1800" dirty="0"/>
              <a:t>Loop filter</a:t>
            </a:r>
            <a:r>
              <a:rPr lang="ja-JP" altLang="en-US" sz="1800" dirty="0"/>
              <a:t> </a:t>
            </a:r>
            <a:r>
              <a:rPr lang="en-US" altLang="ja-JP" sz="1800" dirty="0"/>
              <a:t>(external)</a:t>
            </a:r>
            <a:br>
              <a:rPr lang="en-US" altLang="ja-JP" sz="1800" dirty="0"/>
            </a:br>
            <a:r>
              <a:rPr lang="en-US" altLang="ja-JP" sz="1800" dirty="0"/>
              <a:t>* fa_84 write here.</a:t>
            </a:r>
          </a:p>
          <a:p>
            <a:r>
              <a:rPr kumimoji="1" lang="en-US" altLang="ja-JP" sz="1800" dirty="0"/>
              <a:t>Buffer</a:t>
            </a:r>
            <a:br>
              <a:rPr kumimoji="1" lang="en-US" altLang="ja-JP" sz="1800" dirty="0"/>
            </a:br>
            <a:r>
              <a:rPr lang="en-US" altLang="ja-JP" sz="1800" dirty="0"/>
              <a:t>* Teddy write here.</a:t>
            </a:r>
          </a:p>
          <a:p>
            <a:r>
              <a:rPr lang="en-US" altLang="ja-JP" sz="1800" dirty="0"/>
              <a:t>LPF (external)</a:t>
            </a:r>
            <a:br>
              <a:rPr lang="en-US" altLang="ja-JP" sz="1800" dirty="0"/>
            </a:br>
            <a:r>
              <a:rPr lang="en-US" altLang="ja-JP" sz="1800" dirty="0"/>
              <a:t>* Teddy write here.</a:t>
            </a:r>
            <a:endParaRPr kumimoji="1" lang="en-US" altLang="ja-JP" sz="1800" dirty="0"/>
          </a:p>
          <a:p>
            <a:r>
              <a:rPr lang="en-US" altLang="ja-JP" sz="1800" dirty="0"/>
              <a:t>VCO</a:t>
            </a:r>
            <a:br>
              <a:rPr lang="en-US" altLang="ja-JP" sz="1800" dirty="0"/>
            </a:br>
            <a:r>
              <a:rPr lang="en-US" altLang="ja-JP" sz="1800" dirty="0"/>
              <a:t>*</a:t>
            </a:r>
            <a:r>
              <a:rPr lang="ja-JP" altLang="en-US" sz="1800" dirty="0"/>
              <a:t> </a:t>
            </a:r>
            <a:r>
              <a:rPr lang="en-US" altLang="ja-JP" sz="1800" dirty="0"/>
              <a:t>Yutaka</a:t>
            </a:r>
            <a:r>
              <a:rPr lang="ja-JP" altLang="en-US" sz="1800" dirty="0"/>
              <a:t> </a:t>
            </a:r>
            <a:r>
              <a:rPr lang="en-US" altLang="ja-JP" sz="1800" dirty="0"/>
              <a:t>KOTANI</a:t>
            </a:r>
            <a:r>
              <a:rPr lang="ja-JP" altLang="en-US" sz="1800" dirty="0"/>
              <a:t> </a:t>
            </a:r>
            <a:r>
              <a:rPr lang="en-US" altLang="ja-JP" sz="1800" dirty="0"/>
              <a:t>write</a:t>
            </a:r>
            <a:r>
              <a:rPr lang="ja-JP" altLang="en-US" sz="1800" dirty="0"/>
              <a:t> </a:t>
            </a:r>
            <a:r>
              <a:rPr lang="en-US" altLang="ja-JP" sz="1800" dirty="0"/>
              <a:t>here</a:t>
            </a:r>
            <a:r>
              <a:rPr lang="en-US" altLang="ja-JP" sz="2000" dirty="0"/>
              <a:t>.</a:t>
            </a:r>
          </a:p>
          <a:p>
            <a:r>
              <a:rPr lang="en-US" altLang="ja-JP" sz="1800" dirty="0"/>
              <a:t>Current source</a:t>
            </a:r>
            <a:r>
              <a:rPr lang="ja-JP" altLang="en-US" sz="1800" dirty="0"/>
              <a:t> </a:t>
            </a:r>
            <a:r>
              <a:rPr lang="en-US" altLang="ja-JP" sz="1800" dirty="0"/>
              <a:t>(external)</a:t>
            </a:r>
            <a:br>
              <a:rPr lang="en-US" altLang="ja-JP" sz="1800" dirty="0"/>
            </a:br>
            <a:r>
              <a:rPr lang="en-US" altLang="ja-JP" sz="1800" dirty="0"/>
              <a:t>*</a:t>
            </a:r>
            <a:r>
              <a:rPr lang="ja-JP" altLang="en-US" sz="1800" dirty="0"/>
              <a:t> </a:t>
            </a:r>
            <a:r>
              <a:rPr lang="en-US" altLang="ja-JP" sz="1800" dirty="0"/>
              <a:t>Yutaka</a:t>
            </a:r>
            <a:r>
              <a:rPr lang="ja-JP" altLang="en-US" sz="1800" dirty="0"/>
              <a:t> </a:t>
            </a:r>
            <a:r>
              <a:rPr lang="en-US" altLang="ja-JP" sz="1800" dirty="0"/>
              <a:t>KOTANI</a:t>
            </a:r>
            <a:r>
              <a:rPr lang="ja-JP" altLang="en-US" sz="1800" dirty="0"/>
              <a:t> </a:t>
            </a:r>
            <a:r>
              <a:rPr lang="en-US" altLang="ja-JP" sz="1800" dirty="0"/>
              <a:t>write</a:t>
            </a:r>
            <a:r>
              <a:rPr lang="ja-JP" altLang="en-US" sz="1800" dirty="0"/>
              <a:t> </a:t>
            </a:r>
            <a:r>
              <a:rPr lang="en-US" altLang="ja-JP" sz="1800" dirty="0"/>
              <a:t>here</a:t>
            </a:r>
            <a:r>
              <a:rPr lang="en-US" altLang="ja-JP" dirty="0"/>
              <a:t>.</a:t>
            </a:r>
          </a:p>
          <a:p>
            <a:endParaRPr lang="en-US" altLang="ja-JP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E041E03B-E9CA-8E54-6869-2C13C578A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System overview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14E3170-3347-2FBD-2858-6364B2BF4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4</a:t>
            </a:fld>
            <a:endParaRPr 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AF6467FA-ED2D-88A9-6FF5-F2714020244F}"/>
              </a:ext>
            </a:extLst>
          </p:cNvPr>
          <p:cNvCxnSpPr>
            <a:cxnSpLocks/>
          </p:cNvCxnSpPr>
          <p:nvPr/>
        </p:nvCxnSpPr>
        <p:spPr>
          <a:xfrm flipV="1">
            <a:off x="4017631" y="2868904"/>
            <a:ext cx="209321" cy="560096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E063BE26-7BF4-834A-350A-094B58D0B479}"/>
              </a:ext>
            </a:extLst>
          </p:cNvPr>
          <p:cNvSpPr/>
          <p:nvPr/>
        </p:nvSpPr>
        <p:spPr>
          <a:xfrm>
            <a:off x="1413771" y="2017059"/>
            <a:ext cx="3267429" cy="2117385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kumimoji="1" lang="ja-JP" altLang="en-US" sz="1200" dirty="0" err="1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3172E0A5-7667-7CF4-D269-49838A82B50C}"/>
              </a:ext>
            </a:extLst>
          </p:cNvPr>
          <p:cNvSpPr/>
          <p:nvPr/>
        </p:nvSpPr>
        <p:spPr>
          <a:xfrm>
            <a:off x="5159585" y="4462701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AMP &amp;</a:t>
            </a:r>
            <a:br>
              <a:rPr kumimoji="1" lang="en-US" altLang="ja-JP" sz="1200" dirty="0"/>
            </a:br>
            <a:r>
              <a:rPr kumimoji="1" lang="en-US" altLang="ja-JP" sz="1200" dirty="0"/>
              <a:t>Speaker</a:t>
            </a:r>
            <a:endParaRPr kumimoji="1"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59D902C-7F55-DA10-44A1-FD107BFA7996}"/>
              </a:ext>
            </a:extLst>
          </p:cNvPr>
          <p:cNvSpPr/>
          <p:nvPr/>
        </p:nvSpPr>
        <p:spPr>
          <a:xfrm>
            <a:off x="1652796" y="3076378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PFD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AD48B1E-D2AE-33D3-92CC-6305FC3A0EBF}"/>
              </a:ext>
            </a:extLst>
          </p:cNvPr>
          <p:cNvSpPr txBox="1"/>
          <p:nvPr/>
        </p:nvSpPr>
        <p:spPr>
          <a:xfrm>
            <a:off x="2779359" y="2735383"/>
            <a:ext cx="529868" cy="24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PLL</a:t>
            </a:r>
            <a:endParaRPr kumimoji="1" lang="ja-JP" altLang="en-US" sz="1200" b="1" dirty="0" err="1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9D6289DE-5FEE-462F-0326-9C74A0BFD950}"/>
              </a:ext>
            </a:extLst>
          </p:cNvPr>
          <p:cNvSpPr/>
          <p:nvPr/>
        </p:nvSpPr>
        <p:spPr>
          <a:xfrm>
            <a:off x="2634072" y="3654688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VCO</a:t>
            </a:r>
            <a:endParaRPr lang="ja-JP" altLang="en-US" sz="1100" dirty="0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57E4FAD5-43A1-45DF-143B-1021BC673273}"/>
              </a:ext>
            </a:extLst>
          </p:cNvPr>
          <p:cNvSpPr/>
          <p:nvPr/>
        </p:nvSpPr>
        <p:spPr>
          <a:xfrm>
            <a:off x="165567" y="3074631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FM radio</a:t>
            </a:r>
            <a:br>
              <a:rPr kumimoji="1" lang="en-US" altLang="ja-JP" sz="1200" dirty="0"/>
            </a:br>
            <a:r>
              <a:rPr kumimoji="1" lang="en-US" altLang="ja-JP" sz="1200" dirty="0"/>
              <a:t>Frontend</a:t>
            </a:r>
            <a:endParaRPr kumimoji="1" lang="ja-JP" altLang="en-US" sz="1200" dirty="0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A55BC694-426B-1074-F150-D8871AFDB227}"/>
              </a:ext>
            </a:extLst>
          </p:cNvPr>
          <p:cNvSpPr/>
          <p:nvPr/>
        </p:nvSpPr>
        <p:spPr>
          <a:xfrm>
            <a:off x="2627722" y="3076378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Charge</a:t>
            </a:r>
            <a:br>
              <a:rPr kumimoji="1" lang="en-US" altLang="ja-JP" sz="1100" dirty="0"/>
            </a:br>
            <a:r>
              <a:rPr kumimoji="1" lang="en-US" altLang="ja-JP" sz="1100" dirty="0"/>
              <a:t>pump</a:t>
            </a:r>
            <a:endParaRPr kumimoji="1" lang="ja-JP" altLang="en-US" sz="1100" dirty="0"/>
          </a:p>
        </p:txBody>
      </p: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48AB1907-B125-4CA1-B1CA-4EBCEB96C57D}"/>
              </a:ext>
            </a:extLst>
          </p:cNvPr>
          <p:cNvCxnSpPr>
            <a:cxnSpLocks/>
            <a:stCxn id="33" idx="3"/>
            <a:endCxn id="37" idx="1"/>
          </p:cNvCxnSpPr>
          <p:nvPr/>
        </p:nvCxnSpPr>
        <p:spPr>
          <a:xfrm>
            <a:off x="2473237" y="3252689"/>
            <a:ext cx="15448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DF9C59C8-B9F3-E926-6537-9CCF1C39B6B9}"/>
              </a:ext>
            </a:extLst>
          </p:cNvPr>
          <p:cNvCxnSpPr>
            <a:cxnSpLocks/>
            <a:stCxn id="37" idx="3"/>
            <a:endCxn id="44" idx="1"/>
          </p:cNvCxnSpPr>
          <p:nvPr/>
        </p:nvCxnSpPr>
        <p:spPr>
          <a:xfrm>
            <a:off x="3448163" y="3252689"/>
            <a:ext cx="1387522" cy="12838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7FBAA81-D8CE-FFC8-20AA-6824D26DBB6A}"/>
              </a:ext>
            </a:extLst>
          </p:cNvPr>
          <p:cNvSpPr txBox="1"/>
          <p:nvPr/>
        </p:nvSpPr>
        <p:spPr>
          <a:xfrm>
            <a:off x="863865" y="2816392"/>
            <a:ext cx="1087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1" dirty="0">
                <a:highlight>
                  <a:srgbClr val="FFFF00"/>
                </a:highlight>
              </a:rPr>
              <a:t>10.7MHz </a:t>
            </a:r>
            <a:endParaRPr kumimoji="1" lang="ja-JP" altLang="en-US" sz="1200" b="1" dirty="0" err="1">
              <a:highlight>
                <a:srgbClr val="FFFF00"/>
              </a:highlight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FC009AF5-DF84-F879-B01D-F5A2A2C4F158}"/>
              </a:ext>
            </a:extLst>
          </p:cNvPr>
          <p:cNvSpPr txBox="1"/>
          <p:nvPr/>
        </p:nvSpPr>
        <p:spPr>
          <a:xfrm>
            <a:off x="4393709" y="4388863"/>
            <a:ext cx="74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Audio Signal</a:t>
            </a:r>
            <a:endParaRPr kumimoji="1" lang="ja-JP" altLang="en-US" sz="1200" b="1" dirty="0" err="1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6BF9440D-7F32-4D92-A61F-8742EB9810FD}"/>
              </a:ext>
            </a:extLst>
          </p:cNvPr>
          <p:cNvCxnSpPr>
            <a:cxnSpLocks/>
            <a:stCxn id="36" idx="3"/>
            <a:endCxn id="33" idx="1"/>
          </p:cNvCxnSpPr>
          <p:nvPr/>
        </p:nvCxnSpPr>
        <p:spPr>
          <a:xfrm>
            <a:off x="986008" y="3250942"/>
            <a:ext cx="666788" cy="174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1F25152D-79CA-B21C-BEE3-2A39CD2C5502}"/>
              </a:ext>
            </a:extLst>
          </p:cNvPr>
          <p:cNvCxnSpPr>
            <a:cxnSpLocks/>
            <a:stCxn id="47" idx="2"/>
            <a:endCxn id="46" idx="0"/>
          </p:cNvCxnSpPr>
          <p:nvPr/>
        </p:nvCxnSpPr>
        <p:spPr>
          <a:xfrm flipH="1">
            <a:off x="4017630" y="4002978"/>
            <a:ext cx="1" cy="45972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72BB433F-7FDF-C6ED-5201-1BBDBD2BFA4C}"/>
              </a:ext>
            </a:extLst>
          </p:cNvPr>
          <p:cNvSpPr/>
          <p:nvPr/>
        </p:nvSpPr>
        <p:spPr>
          <a:xfrm>
            <a:off x="4835685" y="3089216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200" dirty="0"/>
              <a:t>Loop</a:t>
            </a:r>
            <a:br>
              <a:rPr lang="en-US" altLang="ja-JP" sz="1200" dirty="0"/>
            </a:br>
            <a:r>
              <a:rPr lang="en-US" altLang="ja-JP" sz="1200" dirty="0"/>
              <a:t>Filter</a:t>
            </a:r>
            <a:endParaRPr kumimoji="1" lang="ja-JP" altLang="en-US" sz="1200" dirty="0"/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821FEFDF-F732-07C8-57E6-567486E360D2}"/>
              </a:ext>
            </a:extLst>
          </p:cNvPr>
          <p:cNvCxnSpPr>
            <a:cxnSpLocks/>
            <a:stCxn id="35" idx="1"/>
            <a:endCxn id="33" idx="2"/>
          </p:cNvCxnSpPr>
          <p:nvPr/>
        </p:nvCxnSpPr>
        <p:spPr>
          <a:xfrm rot="10800000">
            <a:off x="2063018" y="3429001"/>
            <a:ext cx="571055" cy="401999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9B4A0835-C344-923B-E537-06CAA3229BBB}"/>
              </a:ext>
            </a:extLst>
          </p:cNvPr>
          <p:cNvSpPr/>
          <p:nvPr/>
        </p:nvSpPr>
        <p:spPr>
          <a:xfrm>
            <a:off x="3607409" y="4462701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LPF</a:t>
            </a:r>
            <a:endParaRPr kumimoji="1" lang="ja-JP" altLang="en-US" sz="1200" dirty="0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072256C4-BEEA-F758-8432-51B38050385B}"/>
              </a:ext>
            </a:extLst>
          </p:cNvPr>
          <p:cNvSpPr/>
          <p:nvPr/>
        </p:nvSpPr>
        <p:spPr>
          <a:xfrm>
            <a:off x="3607410" y="3650356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Buffer</a:t>
            </a:r>
            <a:endParaRPr kumimoji="1" lang="ja-JP" altLang="en-US" sz="1100" dirty="0"/>
          </a:p>
        </p:txBody>
      </p: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95B77762-AB14-4F78-FC08-AD86DFE940CE}"/>
              </a:ext>
            </a:extLst>
          </p:cNvPr>
          <p:cNvCxnSpPr>
            <a:cxnSpLocks/>
            <a:stCxn id="47" idx="1"/>
          </p:cNvCxnSpPr>
          <p:nvPr/>
        </p:nvCxnSpPr>
        <p:spPr>
          <a:xfrm flipH="1">
            <a:off x="3454512" y="3826667"/>
            <a:ext cx="152898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E67B88ED-AFD4-DBEC-5AC1-86E7F6D524C6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427850" y="4639012"/>
            <a:ext cx="73173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C9DDB8B5-7441-4367-C821-26AA5C01A81E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3044293" y="4007310"/>
            <a:ext cx="0" cy="45539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D470575D-2A53-965A-B95C-15D645475C11}"/>
              </a:ext>
            </a:extLst>
          </p:cNvPr>
          <p:cNvSpPr txBox="1"/>
          <p:nvPr/>
        </p:nvSpPr>
        <p:spPr>
          <a:xfrm>
            <a:off x="1535958" y="2107709"/>
            <a:ext cx="30039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b="1" dirty="0" err="1"/>
              <a:t>Mosbius</a:t>
            </a:r>
            <a:r>
              <a:rPr kumimoji="1" lang="en-US" altLang="ja-JP" sz="2000" b="1" dirty="0"/>
              <a:t> chip internal</a:t>
            </a:r>
            <a:endParaRPr kumimoji="1" lang="ja-JP" altLang="en-US" sz="2000" b="1" dirty="0" err="1"/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2A08F7F6-2CE2-E337-E2DD-099E1B2D70CF}"/>
              </a:ext>
            </a:extLst>
          </p:cNvPr>
          <p:cNvCxnSpPr>
            <a:cxnSpLocks/>
            <a:stCxn id="44" idx="2"/>
            <a:endCxn id="47" idx="3"/>
          </p:cNvCxnSpPr>
          <p:nvPr/>
        </p:nvCxnSpPr>
        <p:spPr>
          <a:xfrm rot="5400000">
            <a:off x="4644465" y="3225225"/>
            <a:ext cx="384829" cy="818055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559D4388-B7CC-6811-F4A1-DA1075476B8B}"/>
              </a:ext>
            </a:extLst>
          </p:cNvPr>
          <p:cNvSpPr/>
          <p:nvPr/>
        </p:nvSpPr>
        <p:spPr>
          <a:xfrm>
            <a:off x="2421472" y="4461226"/>
            <a:ext cx="1050385" cy="3412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Current</a:t>
            </a:r>
            <a:br>
              <a:rPr lang="en-US" altLang="ja-JP" sz="1100" dirty="0"/>
            </a:br>
            <a:r>
              <a:rPr lang="en-US" altLang="ja-JP" sz="1100" dirty="0"/>
              <a:t>Source</a:t>
            </a:r>
            <a:endParaRPr lang="ja-JP" altLang="en-US" sz="1100" dirty="0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3C6A79F9-C480-5B6D-31C6-3C28C2C1AD3C}"/>
              </a:ext>
            </a:extLst>
          </p:cNvPr>
          <p:cNvSpPr txBox="1"/>
          <p:nvPr/>
        </p:nvSpPr>
        <p:spPr>
          <a:xfrm>
            <a:off x="4089821" y="4009391"/>
            <a:ext cx="1087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200" b="1" dirty="0">
                <a:highlight>
                  <a:srgbClr val="FFFF00"/>
                </a:highlight>
              </a:rPr>
              <a:t>Up to 15KHz</a:t>
            </a:r>
            <a:r>
              <a:rPr kumimoji="1" lang="en-US" altLang="ja-JP" sz="1200" b="1" dirty="0">
                <a:highlight>
                  <a:srgbClr val="FFFF00"/>
                </a:highlight>
              </a:rPr>
              <a:t> </a:t>
            </a:r>
            <a:endParaRPr kumimoji="1" lang="ja-JP" altLang="en-US" sz="1200" b="1" dirty="0" err="1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966893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コンテンツ プレースホルダー 5">
            <a:extLst>
              <a:ext uri="{FF2B5EF4-FFF2-40B4-BE49-F238E27FC236}">
                <a16:creationId xmlns:a16="http://schemas.microsoft.com/office/drawing/2014/main" id="{AD2C197D-A5BD-B53D-33E3-D1C79C1E83A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226227621"/>
              </p:ext>
            </p:extLst>
          </p:nvPr>
        </p:nvGraphicFramePr>
        <p:xfrm>
          <a:off x="581739" y="1304924"/>
          <a:ext cx="461346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Target Spec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count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37921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lang="en-US" altLang="ja-JP" sz="1600" dirty="0"/>
                        <a:t>Estimated Area 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***um2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091022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Vdd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　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3.3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3.6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59918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0.8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2.5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666457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7014809"/>
                  </a:ext>
                </a:extLst>
              </a:tr>
            </a:tbl>
          </a:graphicData>
        </a:graphic>
      </p:graphicFrame>
      <p:sp>
        <p:nvSpPr>
          <p:cNvPr id="4" name="タイトル 3">
            <a:extLst>
              <a:ext uri="{FF2B5EF4-FFF2-40B4-BE49-F238E27FC236}">
                <a16:creationId xmlns:a16="http://schemas.microsoft.com/office/drawing/2014/main" id="{B50BB0EF-A062-6862-8714-56BFB7E47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0040F0-2F09-10D6-D2EA-BA4CFBECD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コンテンツ プレースホルダー 6">
            <a:extLst>
              <a:ext uri="{FF2B5EF4-FFF2-40B4-BE49-F238E27FC236}">
                <a16:creationId xmlns:a16="http://schemas.microsoft.com/office/drawing/2014/main" id="{B3133462-E6C4-3C2B-A539-9291370A5AA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254683123"/>
              </p:ext>
            </p:extLst>
          </p:nvPr>
        </p:nvGraphicFramePr>
        <p:xfrm>
          <a:off x="6096000" y="1304924"/>
          <a:ext cx="5416866" cy="391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362">
                  <a:extLst>
                    <a:ext uri="{9D8B030D-6E8A-4147-A177-3AD203B41FA5}">
                      <a16:colId xmlns:a16="http://schemas.microsoft.com/office/drawing/2014/main" val="2348467210"/>
                    </a:ext>
                  </a:extLst>
                </a:gridCol>
                <a:gridCol w="1894205">
                  <a:extLst>
                    <a:ext uri="{9D8B030D-6E8A-4147-A177-3AD203B41FA5}">
                      <a16:colId xmlns:a16="http://schemas.microsoft.com/office/drawing/2014/main" val="3856292543"/>
                    </a:ext>
                  </a:extLst>
                </a:gridCol>
                <a:gridCol w="2908299">
                  <a:extLst>
                    <a:ext uri="{9D8B030D-6E8A-4147-A177-3AD203B41FA5}">
                      <a16:colId xmlns:a16="http://schemas.microsoft.com/office/drawing/2014/main" val="18479852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name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Notes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2097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3.3V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6186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GND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584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Reference </a:t>
                      </a:r>
                      <a:r>
                        <a:rPr kumimoji="1" lang="en-US" altLang="ja-JP" sz="1600" dirty="0" err="1"/>
                        <a:t>clk</a:t>
                      </a:r>
                      <a:r>
                        <a:rPr kumimoji="1" lang="en-US" altLang="ja-JP" sz="1600" dirty="0"/>
                        <a:t>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33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36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CEN_FREQ_CUR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Center frequency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59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KVCO_ADJ_CUR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kvco</a:t>
                      </a:r>
                      <a:r>
                        <a:rPr kumimoji="1" lang="en-US" altLang="ja-JP" sz="1600" dirty="0"/>
                        <a:t> adjust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3035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MODE_SEL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Hi: Use FM demodulator</a:t>
                      </a:r>
                      <a:br>
                        <a:rPr kumimoji="1" lang="en-US" altLang="ja-JP" sz="1600" dirty="0"/>
                      </a:br>
                      <a:r>
                        <a:rPr kumimoji="1" lang="en-US" altLang="ja-JP" sz="1600" dirty="0"/>
                        <a:t>Low: Use Clock multiplier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466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LF_IN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External Loop filter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91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LF_OUT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External Loop filter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164135"/>
                  </a:ext>
                </a:extLst>
              </a:tr>
            </a:tbl>
          </a:graphicData>
        </a:graphic>
      </p:graphicFrame>
      <p:graphicFrame>
        <p:nvGraphicFramePr>
          <p:cNvPr id="8" name="コンテンツ プレースホルダー 5">
            <a:extLst>
              <a:ext uri="{FF2B5EF4-FFF2-40B4-BE49-F238E27FC236}">
                <a16:creationId xmlns:a16="http://schemas.microsoft.com/office/drawing/2014/main" id="{A4344AB0-7713-B48D-D723-479B42D085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40239457"/>
              </p:ext>
            </p:extLst>
          </p:nvPr>
        </p:nvGraphicFramePr>
        <p:xfrm>
          <a:off x="581739" y="3316604"/>
          <a:ext cx="4613466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4536074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Divider ratio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1/8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86435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  <p:graphicFrame>
        <p:nvGraphicFramePr>
          <p:cNvPr id="9" name="コンテンツ プレースホルダー 5">
            <a:extLst>
              <a:ext uri="{FF2B5EF4-FFF2-40B4-BE49-F238E27FC236}">
                <a16:creationId xmlns:a16="http://schemas.microsoft.com/office/drawing/2014/main" id="{85130EE0-E336-1F8A-A18F-D11B87AA2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5099130"/>
              </p:ext>
            </p:extLst>
          </p:nvPr>
        </p:nvGraphicFramePr>
        <p:xfrm>
          <a:off x="581739" y="4993004"/>
          <a:ext cx="466426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FM demodulator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dmod_out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2166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057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FA44D5BC-A23A-00B0-769D-4F747F86BB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- Clock multiplier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F22EC3C8-3313-C1C8-FEC8-5FB20DFC2ED7}"/>
              </a:ext>
            </a:extLst>
          </p:cNvPr>
          <p:cNvGrpSpPr/>
          <p:nvPr/>
        </p:nvGrpSpPr>
        <p:grpSpPr>
          <a:xfrm>
            <a:off x="861794" y="1102169"/>
            <a:ext cx="10993264" cy="5587556"/>
            <a:chOff x="861794" y="1102169"/>
            <a:chExt cx="10993264" cy="5587556"/>
          </a:xfrm>
        </p:grpSpPr>
        <p:grpSp>
          <p:nvGrpSpPr>
            <p:cNvPr id="58" name="グループ化 57">
              <a:extLst>
                <a:ext uri="{FF2B5EF4-FFF2-40B4-BE49-F238E27FC236}">
                  <a16:creationId xmlns:a16="http://schemas.microsoft.com/office/drawing/2014/main" id="{C815B160-C694-B7BB-59D8-80550C14EF43}"/>
                </a:ext>
              </a:extLst>
            </p:cNvPr>
            <p:cNvGrpSpPr/>
            <p:nvPr/>
          </p:nvGrpSpPr>
          <p:grpSpPr>
            <a:xfrm>
              <a:off x="861794" y="1481138"/>
              <a:ext cx="10468412" cy="5208587"/>
              <a:chOff x="1549400" y="1481138"/>
              <a:chExt cx="10468412" cy="5208587"/>
            </a:xfrm>
          </p:grpSpPr>
          <p:sp>
            <p:nvSpPr>
              <p:cNvPr id="4" name="Rectangle 485">
                <a:extLst>
                  <a:ext uri="{FF2B5EF4-FFF2-40B4-BE49-F238E27FC236}">
                    <a16:creationId xmlns:a16="http://schemas.microsoft.com/office/drawing/2014/main" id="{8E17A2C9-8285-541D-A4E7-A6308A77F2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53125" y="4813300"/>
                <a:ext cx="692150" cy="1020763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19050" algn="ctr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endParaRPr lang="en-US" altLang="en-US" sz="3600" b="1" dirty="0">
                  <a:latin typeface="+mj-lt"/>
                </a:endParaRPr>
              </a:p>
            </p:txBody>
          </p:sp>
          <p:sp>
            <p:nvSpPr>
              <p:cNvPr id="5" name="Rectangle 485">
                <a:extLst>
                  <a:ext uri="{FF2B5EF4-FFF2-40B4-BE49-F238E27FC236}">
                    <a16:creationId xmlns:a16="http://schemas.microsoft.com/office/drawing/2014/main" id="{8A19E09C-0CA2-0DF3-C7C7-71571CAA3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01531" y="2066925"/>
                <a:ext cx="2533643" cy="1150938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19050" algn="ctr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endParaRPr lang="en-US" altLang="en-US" sz="3600" b="1" dirty="0">
                  <a:latin typeface="+mj-lt"/>
                </a:endParaRPr>
              </a:p>
            </p:txBody>
          </p:sp>
          <p:sp>
            <p:nvSpPr>
              <p:cNvPr id="6" name="Text Box 42">
                <a:extLst>
                  <a:ext uri="{FF2B5EF4-FFF2-40B4-BE49-F238E27FC236}">
                    <a16:creationId xmlns:a16="http://schemas.microsoft.com/office/drawing/2014/main" id="{CAA16CE6-B060-D4A6-8FA5-E675EAF851D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084237" y="1727200"/>
                <a:ext cx="628650" cy="33813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b="1" dirty="0">
                    <a:latin typeface="+mj-lt"/>
                    <a:cs typeface="Times New Roman" panose="02020603050405020304" pitchFamily="18" charset="0"/>
                  </a:rPr>
                  <a:t>VCO</a:t>
                </a:r>
              </a:p>
            </p:txBody>
          </p:sp>
          <p:sp>
            <p:nvSpPr>
              <p:cNvPr id="7" name="Rectangle 485">
                <a:extLst>
                  <a:ext uri="{FF2B5EF4-FFF2-40B4-BE49-F238E27FC236}">
                    <a16:creationId xmlns:a16="http://schemas.microsoft.com/office/drawing/2014/main" id="{C1D72A0E-E3C0-EDFC-9266-40313D46C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54663" y="2079625"/>
                <a:ext cx="2284412" cy="22987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19050" algn="ctr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endParaRPr lang="en-US" altLang="en-US" sz="3600" b="1" dirty="0">
                  <a:latin typeface="+mj-lt"/>
                </a:endParaRPr>
              </a:p>
            </p:txBody>
          </p:sp>
          <p:sp>
            <p:nvSpPr>
              <p:cNvPr id="8" name="Rectangle 485">
                <a:extLst>
                  <a:ext uri="{FF2B5EF4-FFF2-40B4-BE49-F238E27FC236}">
                    <a16:creationId xmlns:a16="http://schemas.microsoft.com/office/drawing/2014/main" id="{E2D8B1D2-AE55-C3F9-D9FA-066B54DF4D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11675" y="2079625"/>
                <a:ext cx="727075" cy="1150938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19050" algn="ctr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endParaRPr lang="en-US" altLang="en-US" sz="3600" b="1" dirty="0">
                  <a:latin typeface="+mj-lt"/>
                </a:endParaRPr>
              </a:p>
            </p:txBody>
          </p:sp>
          <p:sp>
            <p:nvSpPr>
              <p:cNvPr id="9" name="Rectangle 485">
                <a:extLst>
                  <a:ext uri="{FF2B5EF4-FFF2-40B4-BE49-F238E27FC236}">
                    <a16:creationId xmlns:a16="http://schemas.microsoft.com/office/drawing/2014/main" id="{7B8826BA-54FD-E5B5-0104-99B978E012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57463" y="2079625"/>
                <a:ext cx="1598612" cy="1150938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19050" algn="ctr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endParaRPr lang="en-US" altLang="en-US" sz="3600" b="1" dirty="0">
                  <a:latin typeface="+mj-lt"/>
                </a:endParaRPr>
              </a:p>
            </p:txBody>
          </p:sp>
          <p:cxnSp>
            <p:nvCxnSpPr>
              <p:cNvPr id="2060" name="Straight Connector 19">
                <a:extLst>
                  <a:ext uri="{FF2B5EF4-FFF2-40B4-BE49-F238E27FC236}">
                    <a16:creationId xmlns:a16="http://schemas.microsoft.com/office/drawing/2014/main" id="{AD6C69FD-6CB3-E42C-FDC4-60527FA5B320}"/>
                  </a:ext>
                </a:extLst>
              </p:cNvPr>
              <p:cNvCxnSpPr>
                <a:cxnSpLocks noChangeShapeType="1"/>
                <a:stCxn id="2141" idx="2"/>
                <a:endCxn id="2136" idx="0"/>
              </p:cNvCxnSpPr>
              <p:nvPr/>
            </p:nvCxnSpPr>
            <p:spPr bwMode="auto">
              <a:xfrm flipV="1">
                <a:off x="4265417" y="2641683"/>
                <a:ext cx="153176" cy="2684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061" name="Line 341">
                <a:extLst>
                  <a:ext uri="{FF2B5EF4-FFF2-40B4-BE49-F238E27FC236}">
                    <a16:creationId xmlns:a16="http://schemas.microsoft.com/office/drawing/2014/main" id="{10EE63AF-E50E-DDC8-4B47-7D2AF6551D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>
                <a:off x="3385775" y="2551183"/>
                <a:ext cx="0" cy="18256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062" name="TextBox 2">
                <a:extLst>
                  <a:ext uri="{FF2B5EF4-FFF2-40B4-BE49-F238E27FC236}">
                    <a16:creationId xmlns:a16="http://schemas.microsoft.com/office/drawing/2014/main" id="{5076CE53-5F56-6B10-70C3-14E3A10324C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0820" y="2725627"/>
                <a:ext cx="304837" cy="5234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US" altLang="en-US" sz="2800"/>
                  <a:t>-</a:t>
                </a:r>
              </a:p>
            </p:txBody>
          </p:sp>
          <p:sp>
            <p:nvSpPr>
              <p:cNvPr id="2063" name="Oval 339">
                <a:extLst>
                  <a:ext uri="{FF2B5EF4-FFF2-40B4-BE49-F238E27FC236}">
                    <a16:creationId xmlns:a16="http://schemas.microsoft.com/office/drawing/2014/main" id="{9C4AED35-290D-754D-1380-F5F66BA90B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>
                <a:off x="2746004" y="2366987"/>
                <a:ext cx="549282" cy="549369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064" name="Line 340">
                <a:extLst>
                  <a:ext uri="{FF2B5EF4-FFF2-40B4-BE49-F238E27FC236}">
                    <a16:creationId xmlns:a16="http://schemas.microsoft.com/office/drawing/2014/main" id="{009F5F9B-984A-2964-D5F4-950D32BA05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>
                <a:off x="2653928" y="2551183"/>
                <a:ext cx="0" cy="18256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065" name="Text Box 346">
                <a:extLst>
                  <a:ext uri="{FF2B5EF4-FFF2-40B4-BE49-F238E27FC236}">
                    <a16:creationId xmlns:a16="http://schemas.microsoft.com/office/drawing/2014/main" id="{B4558F0A-5E98-3B4D-4792-4D07B5214D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0800000">
                <a:off x="2793179" y="2339779"/>
                <a:ext cx="450856" cy="64146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/>
                  <a:t>+</a:t>
                </a:r>
              </a:p>
            </p:txBody>
          </p:sp>
          <p:sp>
            <p:nvSpPr>
              <p:cNvPr id="2066" name="Freeform 357">
                <a:extLst>
                  <a:ext uri="{FF2B5EF4-FFF2-40B4-BE49-F238E27FC236}">
                    <a16:creationId xmlns:a16="http://schemas.microsoft.com/office/drawing/2014/main" id="{3DB0B748-2EFF-0DCA-BC6A-4FEC2D98CAF2}"/>
                  </a:ext>
                </a:extLst>
              </p:cNvPr>
              <p:cNvSpPr>
                <a:spLocks/>
              </p:cNvSpPr>
              <p:nvPr/>
            </p:nvSpPr>
            <p:spPr bwMode="auto">
              <a:xfrm rot="10800000">
                <a:off x="2563439" y="2641672"/>
                <a:ext cx="914412" cy="457279"/>
              </a:xfrm>
              <a:custGeom>
                <a:avLst/>
                <a:gdLst>
                  <a:gd name="T0" fmla="*/ 0 w 576"/>
                  <a:gd name="T1" fmla="*/ 725805000 h 288"/>
                  <a:gd name="T2" fmla="*/ 725805000 w 576"/>
                  <a:gd name="T3" fmla="*/ 0 h 288"/>
                  <a:gd name="T4" fmla="*/ 1451610000 w 576"/>
                  <a:gd name="T5" fmla="*/ 725805000 h 288"/>
                  <a:gd name="T6" fmla="*/ 0 w 576"/>
                  <a:gd name="T7" fmla="*/ 725805000 h 288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576" h="288">
                    <a:moveTo>
                      <a:pt x="0" y="288"/>
                    </a:moveTo>
                    <a:lnTo>
                      <a:pt x="288" y="0"/>
                    </a:lnTo>
                    <a:lnTo>
                      <a:pt x="576" y="288"/>
                    </a:lnTo>
                    <a:lnTo>
                      <a:pt x="0" y="288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  <p:sp>
            <p:nvSpPr>
              <p:cNvPr id="2067" name="Freeform 229">
                <a:extLst>
                  <a:ext uri="{FF2B5EF4-FFF2-40B4-BE49-F238E27FC236}">
                    <a16:creationId xmlns:a16="http://schemas.microsoft.com/office/drawing/2014/main" id="{005C19B5-71E8-F21B-6E2C-6AADFE576E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35125" y="2474913"/>
                <a:ext cx="534988" cy="330200"/>
              </a:xfrm>
              <a:custGeom>
                <a:avLst/>
                <a:gdLst>
                  <a:gd name="T0" fmla="*/ 0 w 288"/>
                  <a:gd name="T1" fmla="*/ 0 h 115"/>
                  <a:gd name="T2" fmla="*/ 0 w 288"/>
                  <a:gd name="T3" fmla="*/ 330143 h 115"/>
                  <a:gd name="T4" fmla="*/ 427242 w 288"/>
                  <a:gd name="T5" fmla="*/ 330143 h 115"/>
                  <a:gd name="T6" fmla="*/ 534981 w 288"/>
                  <a:gd name="T7" fmla="*/ 163636 h 115"/>
                  <a:gd name="T8" fmla="*/ 427242 w 288"/>
                  <a:gd name="T9" fmla="*/ 0 h 115"/>
                  <a:gd name="T10" fmla="*/ 0 w 288"/>
                  <a:gd name="T11" fmla="*/ 0 h 115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88"/>
                  <a:gd name="T19" fmla="*/ 0 h 115"/>
                  <a:gd name="T20" fmla="*/ 288 w 288"/>
                  <a:gd name="T21" fmla="*/ 115 h 115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88" h="115">
                    <a:moveTo>
                      <a:pt x="0" y="0"/>
                    </a:moveTo>
                    <a:lnTo>
                      <a:pt x="0" y="115"/>
                    </a:lnTo>
                    <a:lnTo>
                      <a:pt x="230" y="115"/>
                    </a:lnTo>
                    <a:lnTo>
                      <a:pt x="288" y="57"/>
                    </a:lnTo>
                    <a:lnTo>
                      <a:pt x="23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US" altLang="ja-JP" sz="1600" dirty="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φin</a:t>
                </a:r>
                <a:endParaRPr lang="ja-JP" altLang="en-US" sz="1600" dirty="0">
                  <a:ea typeface="ＭＳ Ｐゴシック" panose="020B0600070205080204" pitchFamily="50" charset="-128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2068" name="直線矢印コネクタ 17">
                <a:extLst>
                  <a:ext uri="{FF2B5EF4-FFF2-40B4-BE49-F238E27FC236}">
                    <a16:creationId xmlns:a16="http://schemas.microsoft.com/office/drawing/2014/main" id="{4DD0829E-A212-59D1-737D-08AE99C29D94}"/>
                  </a:ext>
                </a:extLst>
              </p:cNvPr>
              <p:cNvCxnSpPr>
                <a:cxnSpLocks noChangeShapeType="1"/>
                <a:stCxn id="2067" idx="3"/>
                <a:endCxn id="2063" idx="6"/>
              </p:cNvCxnSpPr>
              <p:nvPr/>
            </p:nvCxnSpPr>
            <p:spPr bwMode="auto">
              <a:xfrm>
                <a:off x="2170783" y="2638467"/>
                <a:ext cx="575221" cy="3205"/>
              </a:xfrm>
              <a:prstGeom prst="straightConnector1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 type="none" w="lg" len="lg"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grpSp>
            <p:nvGrpSpPr>
              <p:cNvPr id="2069" name="グループ化 18">
                <a:extLst>
                  <a:ext uri="{FF2B5EF4-FFF2-40B4-BE49-F238E27FC236}">
                    <a16:creationId xmlns:a16="http://schemas.microsoft.com/office/drawing/2014/main" id="{E1030C5D-0429-1951-B565-25E7CBE6BD8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351005" y="2276004"/>
                <a:ext cx="914412" cy="733551"/>
                <a:chOff x="2744726" y="3298865"/>
                <a:chExt cx="914400" cy="733425"/>
              </a:xfrm>
            </p:grpSpPr>
            <p:grpSp>
              <p:nvGrpSpPr>
                <p:cNvPr id="2138" name="Group 864">
                  <a:extLst>
                    <a:ext uri="{FF2B5EF4-FFF2-40B4-BE49-F238E27FC236}">
                      <a16:creationId xmlns:a16="http://schemas.microsoft.com/office/drawing/2014/main" id="{DD15F0CD-0BD0-84E0-A897-D2C1CD49BBC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744726" y="3298865"/>
                  <a:ext cx="914400" cy="733425"/>
                  <a:chOff x="1843" y="1698"/>
                  <a:chExt cx="576" cy="462"/>
                </a:xfrm>
              </p:grpSpPr>
              <p:grpSp>
                <p:nvGrpSpPr>
                  <p:cNvPr id="2140" name="Group 60">
                    <a:extLst>
                      <a:ext uri="{FF2B5EF4-FFF2-40B4-BE49-F238E27FC236}">
                        <a16:creationId xmlns:a16="http://schemas.microsoft.com/office/drawing/2014/main" id="{9AF6FFAA-AC91-6FE2-34DA-EE2A61C17A8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843" y="1698"/>
                    <a:ext cx="576" cy="461"/>
                    <a:chOff x="3456" y="3427"/>
                    <a:chExt cx="576" cy="461"/>
                  </a:xfrm>
                </p:grpSpPr>
                <p:sp>
                  <p:nvSpPr>
                    <p:cNvPr id="2142" name="Line 55">
                      <a:extLst>
                        <a:ext uri="{FF2B5EF4-FFF2-40B4-BE49-F238E27FC236}">
                          <a16:creationId xmlns:a16="http://schemas.microsoft.com/office/drawing/2014/main" id="{1F82F3FA-37BC-DDB7-E353-78572118092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3658"/>
                      <a:ext cx="576" cy="0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2143" name="AutoShape 56">
                      <a:extLst>
                        <a:ext uri="{FF2B5EF4-FFF2-40B4-BE49-F238E27FC236}">
                          <a16:creationId xmlns:a16="http://schemas.microsoft.com/office/drawing/2014/main" id="{E7853F79-96A4-148F-98C0-485DF6E3BA64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5400000">
                      <a:off x="3525" y="3497"/>
                      <a:ext cx="461" cy="322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chemeClr val="bg1"/>
                    </a:solidFill>
                    <a:ln w="1905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rot="10800000" vert="eaVert" wrap="none" anchor="ctr"/>
                    <a:lstStyle>
                      <a:lvl1pPr>
                        <a:spcBef>
                          <a:spcPct val="20000"/>
                        </a:spcBef>
                        <a:buChar char="•"/>
                        <a:defRPr sz="32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Char char="–"/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Char char="•"/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endParaRPr lang="en-US" altLang="en-US" sz="1800"/>
                    </a:p>
                  </p:txBody>
                </p:sp>
              </p:grpSp>
              <p:sp>
                <p:nvSpPr>
                  <p:cNvPr id="2141" name="Freeform 863">
                    <a:extLst>
                      <a:ext uri="{FF2B5EF4-FFF2-40B4-BE49-F238E27FC236}">
                        <a16:creationId xmlns:a16="http://schemas.microsoft.com/office/drawing/2014/main" id="{7840A8EC-08AE-B446-64E8-D86429E776A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43" y="1699"/>
                    <a:ext cx="576" cy="461"/>
                  </a:xfrm>
                  <a:custGeom>
                    <a:avLst/>
                    <a:gdLst>
                      <a:gd name="T0" fmla="*/ 0 w 576"/>
                      <a:gd name="T1" fmla="*/ 231 h 461"/>
                      <a:gd name="T2" fmla="*/ 115 w 576"/>
                      <a:gd name="T3" fmla="*/ 461 h 461"/>
                      <a:gd name="T4" fmla="*/ 576 w 576"/>
                      <a:gd name="T5" fmla="*/ 231 h 461"/>
                      <a:gd name="T6" fmla="*/ 115 w 576"/>
                      <a:gd name="T7" fmla="*/ 0 h 461"/>
                      <a:gd name="T8" fmla="*/ 0 w 576"/>
                      <a:gd name="T9" fmla="*/ 231 h 4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76" h="461">
                        <a:moveTo>
                          <a:pt x="0" y="231"/>
                        </a:moveTo>
                        <a:lnTo>
                          <a:pt x="115" y="461"/>
                        </a:lnTo>
                        <a:lnTo>
                          <a:pt x="576" y="231"/>
                        </a:lnTo>
                        <a:lnTo>
                          <a:pt x="115" y="0"/>
                        </a:lnTo>
                        <a:lnTo>
                          <a:pt x="0" y="231"/>
                        </a:lnTo>
                        <a:close/>
                      </a:path>
                    </a:pathLst>
                  </a:cu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2139" name="Text Box 42">
                  <a:extLst>
                    <a:ext uri="{FF2B5EF4-FFF2-40B4-BE49-F238E27FC236}">
                      <a16:creationId xmlns:a16="http://schemas.microsoft.com/office/drawing/2014/main" id="{88A34F3A-1D08-18C7-DFC4-A3CE2CC68E4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3150" y="3389808"/>
                  <a:ext cx="308094" cy="52313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1400">
                      <a:cs typeface="Times New Roman" panose="02020603050405020304" pitchFamily="18" charset="0"/>
                    </a:rPr>
                    <a:t>1</a:t>
                  </a:r>
                  <a:br>
                    <a:rPr lang="en-US" altLang="en-US" sz="1400">
                      <a:cs typeface="Times New Roman" panose="02020603050405020304" pitchFamily="18" charset="0"/>
                    </a:rPr>
                  </a:br>
                  <a:r>
                    <a:rPr lang="en-US" altLang="ja-JP" sz="1400">
                      <a:ea typeface="ＭＳ Ｐゴシック" panose="020B0600070205080204" pitchFamily="50" charset="-128"/>
                      <a:cs typeface="Times New Roman" panose="02020603050405020304" pitchFamily="18" charset="0"/>
                    </a:rPr>
                    <a:t>π</a:t>
                  </a:r>
                  <a:endParaRPr lang="en-US" altLang="en-US" sz="1400"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" name="Text Box 42">
                <a:extLst>
                  <a:ext uri="{FF2B5EF4-FFF2-40B4-BE49-F238E27FC236}">
                    <a16:creationId xmlns:a16="http://schemas.microsoft.com/office/drawing/2014/main" id="{BC5A717B-5638-1CC2-112D-322467F3D34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71925" y="2132013"/>
                <a:ext cx="620713" cy="4619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Duty</a:t>
                </a:r>
                <a:b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-1</a:t>
                </a:r>
                <a:r>
                  <a:rPr lang="ja-JP" altLang="en-US" sz="1200" dirty="0">
                    <a:latin typeface="+mj-lt"/>
                    <a:cs typeface="Times New Roman" panose="02020603050405020304" pitchFamily="18" charset="0"/>
                  </a:rPr>
                  <a:t> </a:t>
                </a:r>
                <a:r>
                  <a:rPr lang="en-US" altLang="ja-JP" sz="1200" dirty="0">
                    <a:latin typeface="+mj-lt"/>
                    <a:cs typeface="Times New Roman" panose="02020603050405020304" pitchFamily="18" charset="0"/>
                  </a:rPr>
                  <a:t>to 1</a:t>
                </a:r>
                <a:endParaRPr lang="en-US" altLang="en-US" sz="1200" dirty="0">
                  <a:latin typeface="+mj-lt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071" name="グループ化 20">
                <a:extLst>
                  <a:ext uri="{FF2B5EF4-FFF2-40B4-BE49-F238E27FC236}">
                    <a16:creationId xmlns:a16="http://schemas.microsoft.com/office/drawing/2014/main" id="{4B7B0CD5-E547-15E1-A33A-3A7FB9DE0AF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418593" y="2274907"/>
                <a:ext cx="914412" cy="733551"/>
                <a:chOff x="3940565" y="3304121"/>
                <a:chExt cx="914400" cy="733425"/>
              </a:xfrm>
            </p:grpSpPr>
            <p:grpSp>
              <p:nvGrpSpPr>
                <p:cNvPr id="2132" name="Group 864">
                  <a:extLst>
                    <a:ext uri="{FF2B5EF4-FFF2-40B4-BE49-F238E27FC236}">
                      <a16:creationId xmlns:a16="http://schemas.microsoft.com/office/drawing/2014/main" id="{66AE247B-2C59-8CB5-722D-58A1F867707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940565" y="3304121"/>
                  <a:ext cx="914400" cy="733425"/>
                  <a:chOff x="1843" y="1698"/>
                  <a:chExt cx="576" cy="462"/>
                </a:xfrm>
              </p:grpSpPr>
              <p:grpSp>
                <p:nvGrpSpPr>
                  <p:cNvPr id="2134" name="Group 60">
                    <a:extLst>
                      <a:ext uri="{FF2B5EF4-FFF2-40B4-BE49-F238E27FC236}">
                        <a16:creationId xmlns:a16="http://schemas.microsoft.com/office/drawing/2014/main" id="{924A153C-CE3D-59BF-4EDA-BFAFB5DE3355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843" y="1698"/>
                    <a:ext cx="576" cy="461"/>
                    <a:chOff x="3456" y="3427"/>
                    <a:chExt cx="576" cy="461"/>
                  </a:xfrm>
                </p:grpSpPr>
                <p:sp>
                  <p:nvSpPr>
                    <p:cNvPr id="2136" name="Line 55">
                      <a:extLst>
                        <a:ext uri="{FF2B5EF4-FFF2-40B4-BE49-F238E27FC236}">
                          <a16:creationId xmlns:a16="http://schemas.microsoft.com/office/drawing/2014/main" id="{33C1D9D6-BF6C-AE05-B7F1-48F33C2AA9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3658"/>
                      <a:ext cx="576" cy="0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2137" name="AutoShape 56">
                      <a:extLst>
                        <a:ext uri="{FF2B5EF4-FFF2-40B4-BE49-F238E27FC236}">
                          <a16:creationId xmlns:a16="http://schemas.microsoft.com/office/drawing/2014/main" id="{D5DC36E7-C639-4B00-2880-A3AE92C8FB4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5400000">
                      <a:off x="3525" y="3497"/>
                      <a:ext cx="461" cy="322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chemeClr val="bg1"/>
                    </a:solidFill>
                    <a:ln w="1905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rot="10800000" vert="eaVert" wrap="none" anchor="ctr"/>
                    <a:lstStyle>
                      <a:lvl1pPr>
                        <a:spcBef>
                          <a:spcPct val="20000"/>
                        </a:spcBef>
                        <a:buChar char="•"/>
                        <a:defRPr sz="32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Char char="–"/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Char char="•"/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endParaRPr lang="en-US" altLang="en-US" sz="1800"/>
                    </a:p>
                  </p:txBody>
                </p:sp>
              </p:grpSp>
              <p:sp>
                <p:nvSpPr>
                  <p:cNvPr id="2135" name="Freeform 863">
                    <a:extLst>
                      <a:ext uri="{FF2B5EF4-FFF2-40B4-BE49-F238E27FC236}">
                        <a16:creationId xmlns:a16="http://schemas.microsoft.com/office/drawing/2014/main" id="{B56AB403-5213-84BF-4554-62097B28981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43" y="1699"/>
                    <a:ext cx="576" cy="461"/>
                  </a:xfrm>
                  <a:custGeom>
                    <a:avLst/>
                    <a:gdLst>
                      <a:gd name="T0" fmla="*/ 0 w 576"/>
                      <a:gd name="T1" fmla="*/ 231 h 461"/>
                      <a:gd name="T2" fmla="*/ 115 w 576"/>
                      <a:gd name="T3" fmla="*/ 461 h 461"/>
                      <a:gd name="T4" fmla="*/ 576 w 576"/>
                      <a:gd name="T5" fmla="*/ 231 h 461"/>
                      <a:gd name="T6" fmla="*/ 115 w 576"/>
                      <a:gd name="T7" fmla="*/ 0 h 461"/>
                      <a:gd name="T8" fmla="*/ 0 w 576"/>
                      <a:gd name="T9" fmla="*/ 231 h 4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76" h="461">
                        <a:moveTo>
                          <a:pt x="0" y="231"/>
                        </a:moveTo>
                        <a:lnTo>
                          <a:pt x="115" y="461"/>
                        </a:lnTo>
                        <a:lnTo>
                          <a:pt x="576" y="231"/>
                        </a:lnTo>
                        <a:lnTo>
                          <a:pt x="115" y="0"/>
                        </a:lnTo>
                        <a:lnTo>
                          <a:pt x="0" y="231"/>
                        </a:lnTo>
                        <a:close/>
                      </a:path>
                    </a:pathLst>
                  </a:cu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83" name="Text Box 42">
                  <a:extLst>
                    <a:ext uri="{FF2B5EF4-FFF2-40B4-BE49-F238E27FC236}">
                      <a16:creationId xmlns:a16="http://schemas.microsoft.com/office/drawing/2014/main" id="{12933A38-C536-561A-B63A-AC79A9C8D6D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087620" y="3496156"/>
                  <a:ext cx="563556" cy="30792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  <a:defRPr/>
                  </a:pPr>
                  <a: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  <a:t>Ibias</a:t>
                  </a:r>
                  <a:endParaRPr lang="en-US" altLang="en-US" sz="1600" dirty="0">
                    <a:latin typeface="+mj-lt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2072" name="グループ化 21">
                <a:extLst>
                  <a:ext uri="{FF2B5EF4-FFF2-40B4-BE49-F238E27FC236}">
                    <a16:creationId xmlns:a16="http://schemas.microsoft.com/office/drawing/2014/main" id="{311B4E66-73D2-3815-9EF9-23784637CE6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661053" y="2279288"/>
                <a:ext cx="914412" cy="733551"/>
                <a:chOff x="5645385" y="3311463"/>
                <a:chExt cx="914400" cy="733425"/>
              </a:xfrm>
            </p:grpSpPr>
            <p:grpSp>
              <p:nvGrpSpPr>
                <p:cNvPr id="2126" name="Group 864">
                  <a:extLst>
                    <a:ext uri="{FF2B5EF4-FFF2-40B4-BE49-F238E27FC236}">
                      <a16:creationId xmlns:a16="http://schemas.microsoft.com/office/drawing/2014/main" id="{D2D7ADBE-7F64-11D3-0E1B-1869A7F67C2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645385" y="3311463"/>
                  <a:ext cx="914400" cy="733425"/>
                  <a:chOff x="1843" y="1698"/>
                  <a:chExt cx="576" cy="462"/>
                </a:xfrm>
              </p:grpSpPr>
              <p:sp>
                <p:nvSpPr>
                  <p:cNvPr id="2131" name="AutoShape 56">
                    <a:extLst>
                      <a:ext uri="{FF2B5EF4-FFF2-40B4-BE49-F238E27FC236}">
                        <a16:creationId xmlns:a16="http://schemas.microsoft.com/office/drawing/2014/main" id="{76262B81-9408-6DAF-65DE-6F2F43FC0E6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1912" y="1768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  <p:sp>
                <p:nvSpPr>
                  <p:cNvPr id="2129" name="Freeform 863">
                    <a:extLst>
                      <a:ext uri="{FF2B5EF4-FFF2-40B4-BE49-F238E27FC236}">
                        <a16:creationId xmlns:a16="http://schemas.microsoft.com/office/drawing/2014/main" id="{63EB9510-DBD9-D012-3884-B11410C3D85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43" y="1699"/>
                    <a:ext cx="576" cy="461"/>
                  </a:xfrm>
                  <a:custGeom>
                    <a:avLst/>
                    <a:gdLst>
                      <a:gd name="T0" fmla="*/ 0 w 576"/>
                      <a:gd name="T1" fmla="*/ 231 h 461"/>
                      <a:gd name="T2" fmla="*/ 115 w 576"/>
                      <a:gd name="T3" fmla="*/ 461 h 461"/>
                      <a:gd name="T4" fmla="*/ 576 w 576"/>
                      <a:gd name="T5" fmla="*/ 231 h 461"/>
                      <a:gd name="T6" fmla="*/ 115 w 576"/>
                      <a:gd name="T7" fmla="*/ 0 h 461"/>
                      <a:gd name="T8" fmla="*/ 0 w 576"/>
                      <a:gd name="T9" fmla="*/ 231 h 4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76" h="461">
                        <a:moveTo>
                          <a:pt x="0" y="231"/>
                        </a:moveTo>
                        <a:lnTo>
                          <a:pt x="115" y="461"/>
                        </a:lnTo>
                        <a:lnTo>
                          <a:pt x="576" y="231"/>
                        </a:lnTo>
                        <a:lnTo>
                          <a:pt x="115" y="0"/>
                        </a:lnTo>
                        <a:lnTo>
                          <a:pt x="0" y="231"/>
                        </a:lnTo>
                        <a:close/>
                      </a:path>
                    </a:pathLst>
                  </a:cu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77" name="Text Box 42">
                  <a:extLst>
                    <a:ext uri="{FF2B5EF4-FFF2-40B4-BE49-F238E27FC236}">
                      <a16:creationId xmlns:a16="http://schemas.microsoft.com/office/drawing/2014/main" id="{8596F0C2-7D4E-6B58-1A2B-C1B2771A8F8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801731" y="3517636"/>
                  <a:ext cx="584192" cy="30792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  <a:defRPr/>
                  </a:pPr>
                  <a: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  <a:t>Kvco</a:t>
                  </a:r>
                </a:p>
              </p:txBody>
            </p:sp>
          </p:grpSp>
          <p:sp>
            <p:nvSpPr>
              <p:cNvPr id="2073" name="AutoShape 56">
                <a:extLst>
                  <a:ext uri="{FF2B5EF4-FFF2-40B4-BE49-F238E27FC236}">
                    <a16:creationId xmlns:a16="http://schemas.microsoft.com/office/drawing/2014/main" id="{1DB70A1E-6239-A314-37E8-3AE362971C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 flipH="1">
                <a:off x="5899957" y="5039921"/>
                <a:ext cx="731964" cy="511182"/>
              </a:xfrm>
              <a:prstGeom prst="triangle">
                <a:avLst>
                  <a:gd name="adj" fmla="val 50000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rot="10800000" vert="eaVert"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074" name="Freeform 863">
                <a:extLst>
                  <a:ext uri="{FF2B5EF4-FFF2-40B4-BE49-F238E27FC236}">
                    <a16:creationId xmlns:a16="http://schemas.microsoft.com/office/drawing/2014/main" id="{2BC8B516-12BD-7B7F-1DF4-35156AF6B268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5826989" y="4930325"/>
                <a:ext cx="914412" cy="731964"/>
              </a:xfrm>
              <a:custGeom>
                <a:avLst/>
                <a:gdLst>
                  <a:gd name="T0" fmla="*/ 0 w 576"/>
                  <a:gd name="T1" fmla="*/ 582157285 h 461"/>
                  <a:gd name="T2" fmla="*/ 289818763 w 576"/>
                  <a:gd name="T3" fmla="*/ 1161793619 h 461"/>
                  <a:gd name="T4" fmla="*/ 1451610000 w 576"/>
                  <a:gd name="T5" fmla="*/ 582157285 h 461"/>
                  <a:gd name="T6" fmla="*/ 289818763 w 576"/>
                  <a:gd name="T7" fmla="*/ 0 h 461"/>
                  <a:gd name="T8" fmla="*/ 0 w 576"/>
                  <a:gd name="T9" fmla="*/ 582157285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  <p:sp>
            <p:nvSpPr>
              <p:cNvPr id="25" name="Text Box 42">
                <a:extLst>
                  <a:ext uri="{FF2B5EF4-FFF2-40B4-BE49-F238E27FC236}">
                    <a16:creationId xmlns:a16="http://schemas.microsoft.com/office/drawing/2014/main" id="{9322B0D9-9823-755C-1593-2EA8DAC307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flipH="1">
                <a:off x="6040438" y="5121275"/>
                <a:ext cx="503237" cy="33813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1/N</a:t>
                </a:r>
              </a:p>
            </p:txBody>
          </p:sp>
          <p:sp>
            <p:nvSpPr>
              <p:cNvPr id="26" name="Text Box 42">
                <a:extLst>
                  <a:ext uri="{FF2B5EF4-FFF2-40B4-BE49-F238E27FC236}">
                    <a16:creationId xmlns:a16="http://schemas.microsoft.com/office/drawing/2014/main" id="{EE8BD7B9-A198-89E8-06B7-1A70712BF4E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21025" y="1727200"/>
                <a:ext cx="593725" cy="33813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b="1" dirty="0">
                    <a:latin typeface="+mj-lt"/>
                    <a:cs typeface="Times New Roman" panose="02020603050405020304" pitchFamily="18" charset="0"/>
                  </a:rPr>
                  <a:t>PFD</a:t>
                </a:r>
              </a:p>
            </p:txBody>
          </p:sp>
          <p:sp>
            <p:nvSpPr>
              <p:cNvPr id="27" name="Text Box 42">
                <a:extLst>
                  <a:ext uri="{FF2B5EF4-FFF2-40B4-BE49-F238E27FC236}">
                    <a16:creationId xmlns:a16="http://schemas.microsoft.com/office/drawing/2014/main" id="{97AC6FBE-19CB-8A7F-485C-8B22C35DC61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24363" y="1481138"/>
                <a:ext cx="889000" cy="5842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b="1" dirty="0">
                    <a:latin typeface="+mj-lt"/>
                    <a:cs typeface="Times New Roman" panose="02020603050405020304" pitchFamily="18" charset="0"/>
                  </a:rPr>
                  <a:t>Charge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b="1" dirty="0">
                    <a:latin typeface="+mj-lt"/>
                    <a:cs typeface="Times New Roman" panose="02020603050405020304" pitchFamily="18" charset="0"/>
                  </a:rPr>
                  <a:t> pump</a:t>
                </a:r>
              </a:p>
            </p:txBody>
          </p:sp>
          <p:sp>
            <p:nvSpPr>
              <p:cNvPr id="2078" name="Text Box 42">
                <a:extLst>
                  <a:ext uri="{FF2B5EF4-FFF2-40B4-BE49-F238E27FC236}">
                    <a16:creationId xmlns:a16="http://schemas.microsoft.com/office/drawing/2014/main" id="{095282BE-7303-D867-606B-E3D3C056182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41938" y="4919663"/>
                <a:ext cx="579437" cy="3381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ja-JP" sz="160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φdiv</a:t>
                </a:r>
                <a:endParaRPr lang="en-US" altLang="en-US" sz="1600">
                  <a:ea typeface="ＭＳ Ｐゴシック" panose="020B0600070205080204" pitchFamily="50" charset="-128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079" name="グループ化 28">
                <a:extLst>
                  <a:ext uri="{FF2B5EF4-FFF2-40B4-BE49-F238E27FC236}">
                    <a16:creationId xmlns:a16="http://schemas.microsoft.com/office/drawing/2014/main" id="{3FD83F4C-7D4A-588E-BB19-B361C97BE73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681220" y="2274907"/>
                <a:ext cx="914412" cy="733551"/>
                <a:chOff x="3940565" y="3304121"/>
                <a:chExt cx="914400" cy="733425"/>
              </a:xfrm>
            </p:grpSpPr>
            <p:grpSp>
              <p:nvGrpSpPr>
                <p:cNvPr id="2120" name="Group 864">
                  <a:extLst>
                    <a:ext uri="{FF2B5EF4-FFF2-40B4-BE49-F238E27FC236}">
                      <a16:creationId xmlns:a16="http://schemas.microsoft.com/office/drawing/2014/main" id="{D598AC6B-3D9D-B0BB-2BB1-F8E985D7A44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940565" y="3304121"/>
                  <a:ext cx="914400" cy="733425"/>
                  <a:chOff x="1843" y="1698"/>
                  <a:chExt cx="576" cy="462"/>
                </a:xfrm>
              </p:grpSpPr>
              <p:grpSp>
                <p:nvGrpSpPr>
                  <p:cNvPr id="2122" name="Group 60">
                    <a:extLst>
                      <a:ext uri="{FF2B5EF4-FFF2-40B4-BE49-F238E27FC236}">
                        <a16:creationId xmlns:a16="http://schemas.microsoft.com/office/drawing/2014/main" id="{4847312B-726A-3948-300A-33649BCC384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843" y="1698"/>
                    <a:ext cx="576" cy="461"/>
                    <a:chOff x="3456" y="3427"/>
                    <a:chExt cx="576" cy="461"/>
                  </a:xfrm>
                </p:grpSpPr>
                <p:sp>
                  <p:nvSpPr>
                    <p:cNvPr id="2124" name="Line 55">
                      <a:extLst>
                        <a:ext uri="{FF2B5EF4-FFF2-40B4-BE49-F238E27FC236}">
                          <a16:creationId xmlns:a16="http://schemas.microsoft.com/office/drawing/2014/main" id="{B22FED08-BCFB-D1AA-311A-2D9C659448E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3658"/>
                      <a:ext cx="576" cy="0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2125" name="AutoShape 56">
                      <a:extLst>
                        <a:ext uri="{FF2B5EF4-FFF2-40B4-BE49-F238E27FC236}">
                          <a16:creationId xmlns:a16="http://schemas.microsoft.com/office/drawing/2014/main" id="{81F14F2C-AA53-9029-90DA-14EE109A7B92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5400000">
                      <a:off x="3525" y="3497"/>
                      <a:ext cx="461" cy="322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chemeClr val="bg1"/>
                    </a:solidFill>
                    <a:ln w="1905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rot="10800000" vert="eaVert" wrap="none" anchor="ctr"/>
                    <a:lstStyle>
                      <a:lvl1pPr>
                        <a:spcBef>
                          <a:spcPct val="20000"/>
                        </a:spcBef>
                        <a:buChar char="•"/>
                        <a:defRPr sz="32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Char char="–"/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Char char="•"/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endParaRPr lang="en-US" altLang="en-US" sz="1800"/>
                    </a:p>
                  </p:txBody>
                </p:sp>
              </p:grpSp>
              <p:sp>
                <p:nvSpPr>
                  <p:cNvPr id="2123" name="Freeform 863">
                    <a:extLst>
                      <a:ext uri="{FF2B5EF4-FFF2-40B4-BE49-F238E27FC236}">
                        <a16:creationId xmlns:a16="http://schemas.microsoft.com/office/drawing/2014/main" id="{F1AC7044-6D34-C6FD-61BF-3D3F7C19226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43" y="1699"/>
                    <a:ext cx="576" cy="461"/>
                  </a:xfrm>
                  <a:custGeom>
                    <a:avLst/>
                    <a:gdLst>
                      <a:gd name="T0" fmla="*/ 0 w 576"/>
                      <a:gd name="T1" fmla="*/ 231 h 461"/>
                      <a:gd name="T2" fmla="*/ 115 w 576"/>
                      <a:gd name="T3" fmla="*/ 461 h 461"/>
                      <a:gd name="T4" fmla="*/ 576 w 576"/>
                      <a:gd name="T5" fmla="*/ 231 h 461"/>
                      <a:gd name="T6" fmla="*/ 115 w 576"/>
                      <a:gd name="T7" fmla="*/ 0 h 461"/>
                      <a:gd name="T8" fmla="*/ 0 w 576"/>
                      <a:gd name="T9" fmla="*/ 231 h 4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76" h="461">
                        <a:moveTo>
                          <a:pt x="0" y="231"/>
                        </a:moveTo>
                        <a:lnTo>
                          <a:pt x="115" y="461"/>
                        </a:lnTo>
                        <a:lnTo>
                          <a:pt x="576" y="231"/>
                        </a:lnTo>
                        <a:lnTo>
                          <a:pt x="115" y="0"/>
                        </a:lnTo>
                        <a:lnTo>
                          <a:pt x="0" y="231"/>
                        </a:lnTo>
                        <a:close/>
                      </a:path>
                    </a:pathLst>
                  </a:cu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71" name="Text Box 42">
                  <a:extLst>
                    <a:ext uri="{FF2B5EF4-FFF2-40B4-BE49-F238E27FC236}">
                      <a16:creationId xmlns:a16="http://schemas.microsoft.com/office/drawing/2014/main" id="{AB24A54C-B7D1-F82C-E57A-37A6C5F2C3F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117218" y="3540598"/>
                  <a:ext cx="414333" cy="30792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  <a:defRPr/>
                  </a:pPr>
                  <a: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  <a:t>R1</a:t>
                  </a:r>
                </a:p>
              </p:txBody>
            </p:sp>
          </p:grpSp>
          <p:cxnSp>
            <p:nvCxnSpPr>
              <p:cNvPr id="2080" name="直線コネクタ 29">
                <a:extLst>
                  <a:ext uri="{FF2B5EF4-FFF2-40B4-BE49-F238E27FC236}">
                    <a16:creationId xmlns:a16="http://schemas.microsoft.com/office/drawing/2014/main" id="{8F05E8E9-A8CA-2F75-FB95-6227636564C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3625336" y="2641398"/>
                <a:ext cx="311031" cy="6496"/>
              </a:xfrm>
              <a:prstGeom prst="line">
                <a:avLst/>
              </a:prstGeom>
              <a:noFill/>
              <a:ln w="1270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31" name="Text Box 42">
                <a:extLst>
                  <a:ext uri="{FF2B5EF4-FFF2-40B4-BE49-F238E27FC236}">
                    <a16:creationId xmlns:a16="http://schemas.microsoft.com/office/drawing/2014/main" id="{42FE1077-E908-2C6E-0D43-4194FDDC302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41938" y="5867400"/>
                <a:ext cx="1909762" cy="33813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b="1" dirty="0">
                    <a:latin typeface="+mj-lt"/>
                    <a:cs typeface="Times New Roman" panose="02020603050405020304" pitchFamily="18" charset="0"/>
                  </a:rPr>
                  <a:t>Divider</a:t>
                </a:r>
              </a:p>
            </p:txBody>
          </p:sp>
          <p:sp>
            <p:nvSpPr>
              <p:cNvPr id="32" name="Text Box 42">
                <a:extLst>
                  <a:ext uri="{FF2B5EF4-FFF2-40B4-BE49-F238E27FC236}">
                    <a16:creationId xmlns:a16="http://schemas.microsoft.com/office/drawing/2014/main" id="{DC3AF292-FE88-6F03-7F2D-E3C7BFC9D0E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59338" y="2132013"/>
                <a:ext cx="1096962" cy="4619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Current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-Ibias to Ibias</a:t>
                </a:r>
              </a:p>
            </p:txBody>
          </p:sp>
          <p:sp>
            <p:nvSpPr>
              <p:cNvPr id="33" name="Text Box 42">
                <a:extLst>
                  <a:ext uri="{FF2B5EF4-FFF2-40B4-BE49-F238E27FC236}">
                    <a16:creationId xmlns:a16="http://schemas.microsoft.com/office/drawing/2014/main" id="{92D6ACD3-3E2A-7F51-EF2A-C3EDF595F5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37103" y="2132013"/>
                <a:ext cx="695325" cy="4619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Voltage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Vin</a:t>
                </a:r>
              </a:p>
            </p:txBody>
          </p:sp>
          <p:sp>
            <p:nvSpPr>
              <p:cNvPr id="34" name="Text Box 42">
                <a:extLst>
                  <a:ext uri="{FF2B5EF4-FFF2-40B4-BE49-F238E27FC236}">
                    <a16:creationId xmlns:a16="http://schemas.microsoft.com/office/drawing/2014/main" id="{0E8F96F1-86A5-BCE0-8E1A-73DC6AEE598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112963" y="2290763"/>
                <a:ext cx="619125" cy="2778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Phase</a:t>
                </a:r>
              </a:p>
            </p:txBody>
          </p:sp>
          <p:sp>
            <p:nvSpPr>
              <p:cNvPr id="35" name="Text Box 42">
                <a:extLst>
                  <a:ext uri="{FF2B5EF4-FFF2-40B4-BE49-F238E27FC236}">
                    <a16:creationId xmlns:a16="http://schemas.microsoft.com/office/drawing/2014/main" id="{E2A3A6DC-6B87-32A3-5189-5095CBCFB7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49400" y="1865313"/>
                <a:ext cx="593725" cy="58578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REF</a:t>
                </a:r>
                <a:b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CLK</a:t>
                </a:r>
              </a:p>
            </p:txBody>
          </p:sp>
          <p:cxnSp>
            <p:nvCxnSpPr>
              <p:cNvPr id="2086" name="Straight Connector 19">
                <a:extLst>
                  <a:ext uri="{FF2B5EF4-FFF2-40B4-BE49-F238E27FC236}">
                    <a16:creationId xmlns:a16="http://schemas.microsoft.com/office/drawing/2014/main" id="{E86027D7-8018-5D20-C427-9726E5493AB6}"/>
                  </a:ext>
                </a:extLst>
              </p:cNvPr>
              <p:cNvCxnSpPr>
                <a:cxnSpLocks noChangeShapeType="1"/>
                <a:stCxn id="2136" idx="1"/>
                <a:endCxn id="2124" idx="0"/>
              </p:cNvCxnSpPr>
              <p:nvPr/>
            </p:nvCxnSpPr>
            <p:spPr bwMode="auto">
              <a:xfrm flipV="1">
                <a:off x="5333004" y="2641683"/>
                <a:ext cx="348215" cy="1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087" name="Rectangle 485">
                <a:extLst>
                  <a:ext uri="{FF2B5EF4-FFF2-40B4-BE49-F238E27FC236}">
                    <a16:creationId xmlns:a16="http://schemas.microsoft.com/office/drawing/2014/main" id="{1C64E21D-4F04-95E2-7332-634BF630BC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95632" y="3442727"/>
                <a:ext cx="655930" cy="731638"/>
              </a:xfrm>
              <a:prstGeom prst="rect">
                <a:avLst/>
              </a:prstGeom>
              <a:solidFill>
                <a:srgbClr val="FFFFFF"/>
              </a:solidFill>
              <a:ln w="19050" algn="ctr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ja-JP" altLang="en-US" sz="3600" b="1">
                    <a:ea typeface="ＭＳ Ｐゴシック" panose="020B0600070205080204" pitchFamily="50" charset="-128"/>
                  </a:rPr>
                  <a:t>∫</a:t>
                </a:r>
                <a:endParaRPr lang="en-US" altLang="en-US" sz="3600" b="1"/>
              </a:p>
            </p:txBody>
          </p:sp>
          <p:grpSp>
            <p:nvGrpSpPr>
              <p:cNvPr id="2088" name="グループ化 37">
                <a:extLst>
                  <a:ext uri="{FF2B5EF4-FFF2-40B4-BE49-F238E27FC236}">
                    <a16:creationId xmlns:a16="http://schemas.microsoft.com/office/drawing/2014/main" id="{A7C4DA6E-8512-A126-E6C6-78AE671C0FE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681220" y="3425778"/>
                <a:ext cx="914412" cy="733551"/>
                <a:chOff x="3940565" y="3304121"/>
                <a:chExt cx="914400" cy="733425"/>
              </a:xfrm>
            </p:grpSpPr>
            <p:grpSp>
              <p:nvGrpSpPr>
                <p:cNvPr id="2114" name="Group 864">
                  <a:extLst>
                    <a:ext uri="{FF2B5EF4-FFF2-40B4-BE49-F238E27FC236}">
                      <a16:creationId xmlns:a16="http://schemas.microsoft.com/office/drawing/2014/main" id="{22F4ED51-4CEE-5847-BF22-755C697FA13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3940565" y="3304121"/>
                  <a:ext cx="914400" cy="733425"/>
                  <a:chOff x="1843" y="1698"/>
                  <a:chExt cx="576" cy="462"/>
                </a:xfrm>
              </p:grpSpPr>
              <p:grpSp>
                <p:nvGrpSpPr>
                  <p:cNvPr id="2116" name="Group 60">
                    <a:extLst>
                      <a:ext uri="{FF2B5EF4-FFF2-40B4-BE49-F238E27FC236}">
                        <a16:creationId xmlns:a16="http://schemas.microsoft.com/office/drawing/2014/main" id="{DCBED046-C4C6-E651-71C8-CF8490E35346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843" y="1698"/>
                    <a:ext cx="576" cy="461"/>
                    <a:chOff x="3456" y="3427"/>
                    <a:chExt cx="576" cy="461"/>
                  </a:xfrm>
                </p:grpSpPr>
                <p:sp>
                  <p:nvSpPr>
                    <p:cNvPr id="2118" name="Line 55">
                      <a:extLst>
                        <a:ext uri="{FF2B5EF4-FFF2-40B4-BE49-F238E27FC236}">
                          <a16:creationId xmlns:a16="http://schemas.microsoft.com/office/drawing/2014/main" id="{3D4005F3-A692-A1FA-ED78-E5F68A9217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3658"/>
                      <a:ext cx="576" cy="0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2119" name="AutoShape 56">
                      <a:extLst>
                        <a:ext uri="{FF2B5EF4-FFF2-40B4-BE49-F238E27FC236}">
                          <a16:creationId xmlns:a16="http://schemas.microsoft.com/office/drawing/2014/main" id="{A2FF0125-7B08-69F3-8244-2BD030A00878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 rot="5400000">
                      <a:off x="3525" y="3497"/>
                      <a:ext cx="461" cy="322"/>
                    </a:xfrm>
                    <a:prstGeom prst="triangle">
                      <a:avLst>
                        <a:gd name="adj" fmla="val 50000"/>
                      </a:avLst>
                    </a:prstGeom>
                    <a:solidFill>
                      <a:schemeClr val="bg1"/>
                    </a:solidFill>
                    <a:ln w="19050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rot="10800000" vert="eaVert" wrap="none" anchor="ctr"/>
                    <a:lstStyle>
                      <a:lvl1pPr>
                        <a:spcBef>
                          <a:spcPct val="20000"/>
                        </a:spcBef>
                        <a:buChar char="•"/>
                        <a:defRPr sz="32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Char char="–"/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Char char="•"/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endParaRPr lang="en-US" altLang="en-US" sz="1800"/>
                    </a:p>
                  </p:txBody>
                </p:sp>
              </p:grpSp>
              <p:sp>
                <p:nvSpPr>
                  <p:cNvPr id="2117" name="Freeform 863">
                    <a:extLst>
                      <a:ext uri="{FF2B5EF4-FFF2-40B4-BE49-F238E27FC236}">
                        <a16:creationId xmlns:a16="http://schemas.microsoft.com/office/drawing/2014/main" id="{43790C2B-A416-2FBD-4A95-F52149B759A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43" y="1699"/>
                    <a:ext cx="576" cy="461"/>
                  </a:xfrm>
                  <a:custGeom>
                    <a:avLst/>
                    <a:gdLst>
                      <a:gd name="T0" fmla="*/ 0 w 576"/>
                      <a:gd name="T1" fmla="*/ 231 h 461"/>
                      <a:gd name="T2" fmla="*/ 115 w 576"/>
                      <a:gd name="T3" fmla="*/ 461 h 461"/>
                      <a:gd name="T4" fmla="*/ 576 w 576"/>
                      <a:gd name="T5" fmla="*/ 231 h 461"/>
                      <a:gd name="T6" fmla="*/ 115 w 576"/>
                      <a:gd name="T7" fmla="*/ 0 h 461"/>
                      <a:gd name="T8" fmla="*/ 0 w 576"/>
                      <a:gd name="T9" fmla="*/ 231 h 46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76" h="461">
                        <a:moveTo>
                          <a:pt x="0" y="231"/>
                        </a:moveTo>
                        <a:lnTo>
                          <a:pt x="115" y="461"/>
                        </a:lnTo>
                        <a:lnTo>
                          <a:pt x="576" y="231"/>
                        </a:lnTo>
                        <a:lnTo>
                          <a:pt x="115" y="0"/>
                        </a:lnTo>
                        <a:lnTo>
                          <a:pt x="0" y="231"/>
                        </a:lnTo>
                        <a:close/>
                      </a:path>
                    </a:pathLst>
                  </a:cu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cap="flat" cmpd="sng">
                        <a:solidFill>
                          <a:schemeClr val="tx1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65" name="Text Box 42">
                  <a:extLst>
                    <a:ext uri="{FF2B5EF4-FFF2-40B4-BE49-F238E27FC236}">
                      <a16:creationId xmlns:a16="http://schemas.microsoft.com/office/drawing/2014/main" id="{D82BB238-2AFA-A1CB-EC39-AB820D92D21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087056" y="3404164"/>
                  <a:ext cx="414332" cy="52219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  <a:defRPr/>
                  </a:pPr>
                  <a: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  <a:t>1</a:t>
                  </a:r>
                  <a:b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</a:br>
                  <a:r>
                    <a:rPr lang="en-US" altLang="en-US" sz="1400" dirty="0">
                      <a:latin typeface="+mj-lt"/>
                      <a:cs typeface="Times New Roman" panose="02020603050405020304" pitchFamily="18" charset="0"/>
                    </a:rPr>
                    <a:t>C1</a:t>
                  </a:r>
                </a:p>
              </p:txBody>
            </p:sp>
          </p:grpSp>
          <p:cxnSp>
            <p:nvCxnSpPr>
              <p:cNvPr id="2089" name="直線コネクタ 38">
                <a:extLst>
                  <a:ext uri="{FF2B5EF4-FFF2-40B4-BE49-F238E27FC236}">
                    <a16:creationId xmlns:a16="http://schemas.microsoft.com/office/drawing/2014/main" id="{2ABC1D6A-69D0-F7C9-A3DE-502EFFE09E8C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5953602" y="3793191"/>
                <a:ext cx="311031" cy="6496"/>
              </a:xfrm>
              <a:prstGeom prst="line">
                <a:avLst/>
              </a:prstGeom>
              <a:noFill/>
              <a:ln w="1270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grpSp>
            <p:nvGrpSpPr>
              <p:cNvPr id="2107" name="Group 347">
                <a:extLst>
                  <a:ext uri="{FF2B5EF4-FFF2-40B4-BE49-F238E27FC236}">
                    <a16:creationId xmlns:a16="http://schemas.microsoft.com/office/drawing/2014/main" id="{FDFBC058-7D32-5602-E12E-81926A681EB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10800000">
                <a:off x="6971057" y="2332056"/>
                <a:ext cx="1908200" cy="766895"/>
                <a:chOff x="526" y="3600"/>
                <a:chExt cx="1202" cy="483"/>
              </a:xfrm>
            </p:grpSpPr>
            <p:sp>
              <p:nvSpPr>
                <p:cNvPr id="2109" name="Oval 339">
                  <a:extLst>
                    <a:ext uri="{FF2B5EF4-FFF2-40B4-BE49-F238E27FC236}">
                      <a16:creationId xmlns:a16="http://schemas.microsoft.com/office/drawing/2014/main" id="{9FC5059F-67A5-32FE-8C4F-7C015D0E933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67" y="3715"/>
                  <a:ext cx="346" cy="346"/>
                </a:xfrm>
                <a:prstGeom prst="ellipse">
                  <a:avLst/>
                </a:prstGeom>
                <a:solidFill>
                  <a:srgbClr val="FFFFFF"/>
                </a:solidFill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2110" name="Line 340">
                  <a:extLst>
                    <a:ext uri="{FF2B5EF4-FFF2-40B4-BE49-F238E27FC236}">
                      <a16:creationId xmlns:a16="http://schemas.microsoft.com/office/drawing/2014/main" id="{4D731D38-743D-58DE-3A38-6727EF22E6A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671" y="383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1" name="Line 341">
                  <a:extLst>
                    <a:ext uri="{FF2B5EF4-FFF2-40B4-BE49-F238E27FC236}">
                      <a16:creationId xmlns:a16="http://schemas.microsoft.com/office/drawing/2014/main" id="{B48E7FD4-A4FF-36BA-F904-24C588D353D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897" y="3517"/>
                  <a:ext cx="0" cy="74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2" name="Line 345">
                  <a:extLst>
                    <a:ext uri="{FF2B5EF4-FFF2-40B4-BE49-F238E27FC236}">
                      <a16:creationId xmlns:a16="http://schemas.microsoft.com/office/drawing/2014/main" id="{0C4346CB-AFFE-A19E-FBCB-85266EC3836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360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3" name="Text Box 346">
                  <a:extLst>
                    <a:ext uri="{FF2B5EF4-FFF2-40B4-BE49-F238E27FC236}">
                      <a16:creationId xmlns:a16="http://schemas.microsoft.com/office/drawing/2014/main" id="{3B52BEE9-C212-35A0-4A78-BCCA5B2B59C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296" y="3679"/>
                  <a:ext cx="284" cy="40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algn="ctr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3600" dirty="0"/>
                    <a:t>+</a:t>
                  </a:r>
                </a:p>
              </p:txBody>
            </p:sp>
          </p:grpSp>
          <p:cxnSp>
            <p:nvCxnSpPr>
              <p:cNvPr id="2091" name="Straight Connector 19">
                <a:extLst>
                  <a:ext uri="{FF2B5EF4-FFF2-40B4-BE49-F238E27FC236}">
                    <a16:creationId xmlns:a16="http://schemas.microsoft.com/office/drawing/2014/main" id="{55F4B4BD-7F11-16BD-2838-BB13E9A184D3}"/>
                  </a:ext>
                </a:extLst>
              </p:cNvPr>
              <p:cNvCxnSpPr>
                <a:cxnSpLocks noChangeShapeType="1"/>
                <a:stCxn id="2124" idx="1"/>
                <a:endCxn id="2110" idx="0"/>
              </p:cNvCxnSpPr>
              <p:nvPr/>
            </p:nvCxnSpPr>
            <p:spPr bwMode="auto">
              <a:xfrm>
                <a:off x="6595632" y="2641684"/>
                <a:ext cx="374633" cy="782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2092" name="コネクタ: カギ線 41">
                <a:extLst>
                  <a:ext uri="{FF2B5EF4-FFF2-40B4-BE49-F238E27FC236}">
                    <a16:creationId xmlns:a16="http://schemas.microsoft.com/office/drawing/2014/main" id="{2DE95C86-4381-3EBC-80F4-CFBA86C2784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rot="16200000" flipH="1">
                <a:off x="5072364" y="3190832"/>
                <a:ext cx="1156414" cy="61297"/>
              </a:xfrm>
              <a:prstGeom prst="bentConnector3">
                <a:avLst>
                  <a:gd name="adj1" fmla="val 99431"/>
                </a:avLst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093" name="Oval 813">
                <a:extLst>
                  <a:ext uri="{FF2B5EF4-FFF2-40B4-BE49-F238E27FC236}">
                    <a16:creationId xmlns:a16="http://schemas.microsoft.com/office/drawing/2014/main" id="{C31C7174-255B-9822-C81F-925770F544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7386" y="2596420"/>
                <a:ext cx="92076" cy="92091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cxnSp>
            <p:nvCxnSpPr>
              <p:cNvPr id="2094" name="コネクタ: カギ線 43">
                <a:extLst>
                  <a:ext uri="{FF2B5EF4-FFF2-40B4-BE49-F238E27FC236}">
                    <a16:creationId xmlns:a16="http://schemas.microsoft.com/office/drawing/2014/main" id="{1212C3C3-BB31-27C2-CEBB-2654F65332F4}"/>
                  </a:ext>
                </a:extLst>
              </p:cNvPr>
              <p:cNvCxnSpPr>
                <a:cxnSpLocks noChangeShapeType="1"/>
                <a:stCxn id="2087" idx="3"/>
                <a:endCxn id="2112" idx="0"/>
              </p:cNvCxnSpPr>
              <p:nvPr/>
            </p:nvCxnSpPr>
            <p:spPr bwMode="auto">
              <a:xfrm flipV="1">
                <a:off x="7251562" y="3098951"/>
                <a:ext cx="176701" cy="709595"/>
              </a:xfrm>
              <a:prstGeom prst="bentConnector4">
                <a:avLst>
                  <a:gd name="adj1" fmla="val 50000"/>
                  <a:gd name="adj2" fmla="val 5"/>
                </a:avLst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095" name="Rectangle 485">
                <a:extLst>
                  <a:ext uri="{FF2B5EF4-FFF2-40B4-BE49-F238E27FC236}">
                    <a16:creationId xmlns:a16="http://schemas.microsoft.com/office/drawing/2014/main" id="{1373646D-F928-41D8-4C17-3352898B91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421613" y="2285460"/>
                <a:ext cx="655930" cy="731638"/>
              </a:xfrm>
              <a:prstGeom prst="rect">
                <a:avLst/>
              </a:prstGeom>
              <a:solidFill>
                <a:srgbClr val="FFFFFF"/>
              </a:solidFill>
              <a:ln w="19050" algn="ctr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ja-JP" altLang="en-US" sz="3600" b="1">
                    <a:ea typeface="ＭＳ Ｐゴシック" panose="020B0600070205080204" pitchFamily="50" charset="-128"/>
                  </a:rPr>
                  <a:t>∫</a:t>
                </a:r>
                <a:endParaRPr lang="en-US" altLang="en-US" sz="3600" b="1"/>
              </a:p>
            </p:txBody>
          </p:sp>
          <p:sp>
            <p:nvSpPr>
              <p:cNvPr id="2097" name="Freeform 229">
                <a:extLst>
                  <a:ext uri="{FF2B5EF4-FFF2-40B4-BE49-F238E27FC236}">
                    <a16:creationId xmlns:a16="http://schemas.microsoft.com/office/drawing/2014/main" id="{4A47AA80-D5DA-A595-10FF-10508DB805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424087" y="2493963"/>
                <a:ext cx="593725" cy="330200"/>
              </a:xfrm>
              <a:custGeom>
                <a:avLst/>
                <a:gdLst>
                  <a:gd name="T0" fmla="*/ 0 w 288"/>
                  <a:gd name="T1" fmla="*/ 0 h 115"/>
                  <a:gd name="T2" fmla="*/ 0 w 288"/>
                  <a:gd name="T3" fmla="*/ 330143 h 115"/>
                  <a:gd name="T4" fmla="*/ 474149 w 288"/>
                  <a:gd name="T5" fmla="*/ 330143 h 115"/>
                  <a:gd name="T6" fmla="*/ 593717 w 288"/>
                  <a:gd name="T7" fmla="*/ 163636 h 115"/>
                  <a:gd name="T8" fmla="*/ 474149 w 288"/>
                  <a:gd name="T9" fmla="*/ 0 h 115"/>
                  <a:gd name="T10" fmla="*/ 0 w 288"/>
                  <a:gd name="T11" fmla="*/ 0 h 115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88"/>
                  <a:gd name="T19" fmla="*/ 0 h 115"/>
                  <a:gd name="T20" fmla="*/ 288 w 288"/>
                  <a:gd name="T21" fmla="*/ 115 h 115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88" h="115">
                    <a:moveTo>
                      <a:pt x="0" y="0"/>
                    </a:moveTo>
                    <a:lnTo>
                      <a:pt x="0" y="115"/>
                    </a:lnTo>
                    <a:lnTo>
                      <a:pt x="230" y="115"/>
                    </a:lnTo>
                    <a:lnTo>
                      <a:pt x="288" y="57"/>
                    </a:lnTo>
                    <a:lnTo>
                      <a:pt x="23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US" altLang="ja-JP" sz="1600" dirty="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φout</a:t>
                </a:r>
                <a:endParaRPr lang="ja-JP" altLang="en-US" sz="1600" dirty="0">
                  <a:ea typeface="ＭＳ Ｐゴシック" panose="020B0600070205080204" pitchFamily="50" charset="-128"/>
                  <a:cs typeface="Times New Roman" panose="02020603050405020304" pitchFamily="18" charset="0"/>
                </a:endParaRPr>
              </a:p>
            </p:txBody>
          </p:sp>
          <p:sp>
            <p:nvSpPr>
              <p:cNvPr id="48" name="Text Box 42">
                <a:extLst>
                  <a:ext uri="{FF2B5EF4-FFF2-40B4-BE49-F238E27FC236}">
                    <a16:creationId xmlns:a16="http://schemas.microsoft.com/office/drawing/2014/main" id="{AFAA21A1-C870-C7A7-0E56-6F0B0D3BDB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354237" y="1865313"/>
                <a:ext cx="617537" cy="58578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OUT</a:t>
                </a:r>
                <a:b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CLK</a:t>
                </a:r>
              </a:p>
            </p:txBody>
          </p:sp>
          <p:cxnSp>
            <p:nvCxnSpPr>
              <p:cNvPr id="2099" name="Straight Connector 19">
                <a:extLst>
                  <a:ext uri="{FF2B5EF4-FFF2-40B4-BE49-F238E27FC236}">
                    <a16:creationId xmlns:a16="http://schemas.microsoft.com/office/drawing/2014/main" id="{2599558C-E056-7514-A6CB-8374855A1F36}"/>
                  </a:ext>
                </a:extLst>
              </p:cNvPr>
              <p:cNvCxnSpPr>
                <a:cxnSpLocks noChangeShapeType="1"/>
                <a:stCxn id="2095" idx="3"/>
              </p:cNvCxnSpPr>
              <p:nvPr/>
            </p:nvCxnSpPr>
            <p:spPr bwMode="auto">
              <a:xfrm>
                <a:off x="11077543" y="2651279"/>
                <a:ext cx="346619" cy="0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2101" name="コネクタ: カギ線 50">
                <a:extLst>
                  <a:ext uri="{FF2B5EF4-FFF2-40B4-BE49-F238E27FC236}">
                    <a16:creationId xmlns:a16="http://schemas.microsoft.com/office/drawing/2014/main" id="{ECFF6B71-4A89-3F09-5E14-AC2C140B240A}"/>
                  </a:ext>
                </a:extLst>
              </p:cNvPr>
              <p:cNvCxnSpPr>
                <a:cxnSpLocks noChangeShapeType="1"/>
                <a:stCxn id="2073" idx="0"/>
                <a:endCxn id="2063" idx="0"/>
              </p:cNvCxnSpPr>
              <p:nvPr/>
            </p:nvCxnSpPr>
            <p:spPr bwMode="auto">
              <a:xfrm rot="10800000">
                <a:off x="3020646" y="2916358"/>
                <a:ext cx="2989703" cy="2379156"/>
              </a:xfrm>
              <a:prstGeom prst="bentConnector2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 type="none" w="lg" len="lg"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102" name="Oval 813">
                <a:extLst>
                  <a:ext uri="{FF2B5EF4-FFF2-40B4-BE49-F238E27FC236}">
                    <a16:creationId xmlns:a16="http://schemas.microsoft.com/office/drawing/2014/main" id="{D65DA188-D4F3-004B-81AC-450D87F50E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61162" y="2596420"/>
                <a:ext cx="92076" cy="92091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cxnSp>
            <p:nvCxnSpPr>
              <p:cNvPr id="2103" name="コネクタ: カギ線 52">
                <a:extLst>
                  <a:ext uri="{FF2B5EF4-FFF2-40B4-BE49-F238E27FC236}">
                    <a16:creationId xmlns:a16="http://schemas.microsoft.com/office/drawing/2014/main" id="{BBC719D7-A219-7D15-6418-6ED584D18E60}"/>
                  </a:ext>
                </a:extLst>
              </p:cNvPr>
              <p:cNvCxnSpPr>
                <a:cxnSpLocks noChangeShapeType="1"/>
                <a:stCxn id="2102" idx="4"/>
                <a:endCxn id="25" idx="1"/>
              </p:cNvCxnSpPr>
              <p:nvPr/>
            </p:nvCxnSpPr>
            <p:spPr bwMode="auto">
              <a:xfrm rot="5400000">
                <a:off x="7624522" y="1607665"/>
                <a:ext cx="2601833" cy="4763525"/>
              </a:xfrm>
              <a:prstGeom prst="bentConnector2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104" name="Text Box 42">
                <a:extLst>
                  <a:ext uri="{FF2B5EF4-FFF2-40B4-BE49-F238E27FC236}">
                    <a16:creationId xmlns:a16="http://schemas.microsoft.com/office/drawing/2014/main" id="{1D596FD9-BAE3-1926-629F-110F6ED83E1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738938" y="4919663"/>
                <a:ext cx="603250" cy="3381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ja-JP" sz="160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φout</a:t>
                </a:r>
                <a:endParaRPr lang="en-US" altLang="en-US" sz="1600">
                  <a:ea typeface="ＭＳ Ｐゴシック" panose="020B0600070205080204" pitchFamily="50" charset="-128"/>
                  <a:cs typeface="Times New Roman" panose="02020603050405020304" pitchFamily="18" charset="0"/>
                </a:endParaRPr>
              </a:p>
            </p:txBody>
          </p:sp>
          <p:sp>
            <p:nvSpPr>
              <p:cNvPr id="55" name="Text Box 42">
                <a:extLst>
                  <a:ext uri="{FF2B5EF4-FFF2-40B4-BE49-F238E27FC236}">
                    <a16:creationId xmlns:a16="http://schemas.microsoft.com/office/drawing/2014/main" id="{9F2A3D7D-C880-596D-CE50-FEA9D90DC0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13363" y="4722813"/>
                <a:ext cx="619125" cy="2778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Phase</a:t>
                </a:r>
              </a:p>
            </p:txBody>
          </p:sp>
          <p:sp>
            <p:nvSpPr>
              <p:cNvPr id="56" name="Text Box 42">
                <a:extLst>
                  <a:ext uri="{FF2B5EF4-FFF2-40B4-BE49-F238E27FC236}">
                    <a16:creationId xmlns:a16="http://schemas.microsoft.com/office/drawing/2014/main" id="{449C37DB-D00F-54C5-0174-11487EF0D2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721475" y="4722813"/>
                <a:ext cx="619125" cy="2778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Phase</a:t>
                </a:r>
              </a:p>
            </p:txBody>
          </p:sp>
          <p:sp>
            <p:nvSpPr>
              <p:cNvPr id="2052" name="テキスト ボックス 96">
                <a:extLst>
                  <a:ext uri="{FF2B5EF4-FFF2-40B4-BE49-F238E27FC236}">
                    <a16:creationId xmlns:a16="http://schemas.microsoft.com/office/drawing/2014/main" id="{75B00967-D72D-67E9-36CC-6F8CB1A7F1C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94038" y="5673725"/>
                <a:ext cx="2540000" cy="1016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US" altLang="ja-JP" sz="1000">
                    <a:ea typeface="ＭＳ Ｐゴシック" panose="020B0600070205080204" pitchFamily="50" charset="-128"/>
                  </a:rPr>
                  <a:t>Transfer function:</a:t>
                </a:r>
                <a:br>
                  <a:rPr lang="en-US" altLang="ja-JP" sz="1000">
                    <a:ea typeface="ＭＳ Ｐゴシック" panose="020B0600070205080204" pitchFamily="50" charset="-128"/>
                  </a:rPr>
                </a:br>
                <a:r>
                  <a:rPr lang="en-US" altLang="ja-JP" sz="1000">
                    <a:ea typeface="ＭＳ Ｐゴシック" panose="020B0600070205080204" pitchFamily="50" charset="-128"/>
                  </a:rPr>
                  <a:t>           Ibias                          Kvco  </a:t>
                </a:r>
              </a:p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US" altLang="ja-JP" sz="1000">
                    <a:ea typeface="ＭＳ Ｐゴシック" panose="020B0600070205080204" pitchFamily="50" charset="-128"/>
                  </a:rPr>
                  <a:t>G(s) = ------- * (R1+1/C1s) * ------- </a:t>
                </a:r>
                <a:br>
                  <a:rPr lang="en-US" altLang="ja-JP" sz="1000">
                    <a:ea typeface="ＭＳ Ｐゴシック" panose="020B0600070205080204" pitchFamily="50" charset="-128"/>
                  </a:rPr>
                </a:br>
                <a:r>
                  <a:rPr lang="en-US" altLang="ja-JP" sz="1000">
                    <a:ea typeface="ＭＳ Ｐゴシック" panose="020B0600070205080204" pitchFamily="50" charset="-128"/>
                  </a:rPr>
                  <a:t>             </a:t>
                </a:r>
                <a:r>
                  <a:rPr lang="ja-JP" altLang="en-US" sz="1000">
                    <a:ea typeface="ＭＳ Ｐゴシック" panose="020B0600070205080204" pitchFamily="50" charset="-128"/>
                  </a:rPr>
                  <a:t> </a:t>
                </a:r>
                <a:r>
                  <a:rPr lang="en-US" altLang="ja-JP" sz="1000">
                    <a:ea typeface="ＭＳ Ｐゴシック" panose="020B0600070205080204" pitchFamily="50" charset="-128"/>
                  </a:rPr>
                  <a:t>π                               s    </a:t>
                </a:r>
                <a:br>
                  <a:rPr lang="en-US" altLang="ja-JP" sz="1000">
                    <a:ea typeface="ＭＳ Ｐゴシック" panose="020B0600070205080204" pitchFamily="50" charset="-128"/>
                  </a:rPr>
                </a:br>
                <a:r>
                  <a:rPr lang="en-US" altLang="ja-JP" sz="1000">
                    <a:ea typeface="ＭＳ Ｐゴシック" panose="020B0600070205080204" pitchFamily="50" charset="-128"/>
                  </a:rPr>
                  <a:t>H(s) = 1 / N</a:t>
                </a:r>
                <a:br>
                  <a:rPr lang="en-US" altLang="ja-JP" sz="1000">
                    <a:ea typeface="ＭＳ Ｐゴシック" panose="020B0600070205080204" pitchFamily="50" charset="-128"/>
                  </a:rPr>
                </a:br>
                <a:endParaRPr lang="en-US" altLang="ja-JP" sz="1000">
                  <a:ea typeface="ＭＳ Ｐゴシック" panose="020B0600070205080204" pitchFamily="50" charset="-128"/>
                </a:endParaRPr>
              </a:p>
            </p:txBody>
          </p:sp>
          <p:sp>
            <p:nvSpPr>
              <p:cNvPr id="2053" name="テキスト ボックス 97">
                <a:extLst>
                  <a:ext uri="{FF2B5EF4-FFF2-40B4-BE49-F238E27FC236}">
                    <a16:creationId xmlns:a16="http://schemas.microsoft.com/office/drawing/2014/main" id="{F68AD9E1-B739-6CD5-CC71-DE9ED93C2A7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18375" y="5424489"/>
                <a:ext cx="2541588" cy="11695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Closed loop:</a:t>
                </a: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                    G(s)</a:t>
                </a: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W(s) = ----------------------</a:t>
                </a: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            1 + G(s) H(s)</a:t>
                </a: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Open loop:</a:t>
                </a:r>
                <a:br>
                  <a:rPr lang="en-US" altLang="ja-JP" sz="1000" dirty="0">
                    <a:ea typeface="ＭＳ Ｐゴシック" panose="020B0600070205080204" pitchFamily="50" charset="-128"/>
                  </a:rPr>
                </a:br>
                <a:r>
                  <a:rPr lang="en-US" altLang="ja-JP" sz="1000" dirty="0">
                    <a:ea typeface="ＭＳ Ｐゴシック" panose="020B0600070205080204" pitchFamily="50" charset="-128"/>
                  </a:rPr>
                  <a:t>G(s) H(s)</a:t>
                </a:r>
              </a:p>
            </p:txBody>
          </p:sp>
          <p:grpSp>
            <p:nvGrpSpPr>
              <p:cNvPr id="13" name="Group 358">
                <a:extLst>
                  <a:ext uri="{FF2B5EF4-FFF2-40B4-BE49-F238E27FC236}">
                    <a16:creationId xmlns:a16="http://schemas.microsoft.com/office/drawing/2014/main" id="{6C100654-9E8A-F35B-451F-4BD6D89B3B1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10800000">
                <a:off x="9388137" y="2331344"/>
                <a:ext cx="1033476" cy="766895"/>
                <a:chOff x="749" y="3427"/>
                <a:chExt cx="651" cy="483"/>
              </a:xfrm>
            </p:grpSpPr>
            <p:grpSp>
              <p:nvGrpSpPr>
                <p:cNvPr id="14" name="Group 347">
                  <a:extLst>
                    <a:ext uri="{FF2B5EF4-FFF2-40B4-BE49-F238E27FC236}">
                      <a16:creationId xmlns:a16="http://schemas.microsoft.com/office/drawing/2014/main" id="{7B3F075F-0EDE-E39E-AF87-54D70614570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49" y="3427"/>
                  <a:ext cx="651" cy="483"/>
                  <a:chOff x="1152" y="3600"/>
                  <a:chExt cx="651" cy="483"/>
                </a:xfrm>
              </p:grpSpPr>
              <p:sp>
                <p:nvSpPr>
                  <p:cNvPr id="16" name="Oval 339">
                    <a:extLst>
                      <a:ext uri="{FF2B5EF4-FFF2-40B4-BE49-F238E27FC236}">
                        <a16:creationId xmlns:a16="http://schemas.microsoft.com/office/drawing/2014/main" id="{57180DA4-76E2-5B60-8FF2-9735DB668E3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267" y="3715"/>
                    <a:ext cx="346" cy="346"/>
                  </a:xfrm>
                  <a:prstGeom prst="ellipse">
                    <a:avLst/>
                  </a:prstGeom>
                  <a:solidFill>
                    <a:srgbClr val="FFFFFF"/>
                  </a:solidFill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  <p:sp>
                <p:nvSpPr>
                  <p:cNvPr id="17" name="Line 340">
                    <a:extLst>
                      <a:ext uri="{FF2B5EF4-FFF2-40B4-BE49-F238E27FC236}">
                        <a16:creationId xmlns:a16="http://schemas.microsoft.com/office/drawing/2014/main" id="{2AB5895E-675A-9E25-2458-73DF255539A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1707" y="3791"/>
                    <a:ext cx="3" cy="18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18" name="Line 341">
                    <a:extLst>
                      <a:ext uri="{FF2B5EF4-FFF2-40B4-BE49-F238E27FC236}">
                        <a16:creationId xmlns:a16="http://schemas.microsoft.com/office/drawing/2014/main" id="{AB9E3616-7E0B-2C37-DB9F-1DEF18D0039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1210" y="3830"/>
                    <a:ext cx="0" cy="11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19" name="Line 345">
                    <a:extLst>
                      <a:ext uri="{FF2B5EF4-FFF2-40B4-BE49-F238E27FC236}">
                        <a16:creationId xmlns:a16="http://schemas.microsoft.com/office/drawing/2014/main" id="{8E32BB5F-7694-7011-E1D4-BDC3DBA74CE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0" y="3600"/>
                    <a:ext cx="0" cy="11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" name="Text Box 346">
                    <a:extLst>
                      <a:ext uri="{FF2B5EF4-FFF2-40B4-BE49-F238E27FC236}">
                        <a16:creationId xmlns:a16="http://schemas.microsoft.com/office/drawing/2014/main" id="{820823EE-D360-9B5D-F193-F1A52207EAF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96" y="3679"/>
                    <a:ext cx="284" cy="404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19050" algn="ctr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en-US" altLang="en-US" sz="3600" dirty="0"/>
                      <a:t>+</a:t>
                    </a:r>
                  </a:p>
                </p:txBody>
              </p:sp>
            </p:grpSp>
            <p:sp>
              <p:nvSpPr>
                <p:cNvPr id="15" name="Freeform 357">
                  <a:extLst>
                    <a:ext uri="{FF2B5EF4-FFF2-40B4-BE49-F238E27FC236}">
                      <a16:creationId xmlns:a16="http://schemas.microsoft.com/office/drawing/2014/main" id="{08F84CFF-0C17-275B-81BB-6B7722197AF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9" y="3427"/>
                  <a:ext cx="576" cy="288"/>
                </a:xfrm>
                <a:custGeom>
                  <a:avLst/>
                  <a:gdLst>
                    <a:gd name="T0" fmla="*/ 0 w 576"/>
                    <a:gd name="T1" fmla="*/ 288 h 288"/>
                    <a:gd name="T2" fmla="*/ 288 w 576"/>
                    <a:gd name="T3" fmla="*/ 0 h 288"/>
                    <a:gd name="T4" fmla="*/ 576 w 576"/>
                    <a:gd name="T5" fmla="*/ 288 h 288"/>
                    <a:gd name="T6" fmla="*/ 0 w 576"/>
                    <a:gd name="T7" fmla="*/ 288 h 288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576" h="288">
                      <a:moveTo>
                        <a:pt x="0" y="288"/>
                      </a:moveTo>
                      <a:lnTo>
                        <a:pt x="288" y="0"/>
                      </a:lnTo>
                      <a:lnTo>
                        <a:pt x="576" y="288"/>
                      </a:lnTo>
                      <a:lnTo>
                        <a:pt x="0" y="288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42" name="Freeform 229">
                <a:extLst>
                  <a:ext uri="{FF2B5EF4-FFF2-40B4-BE49-F238E27FC236}">
                    <a16:creationId xmlns:a16="http://schemas.microsoft.com/office/drawing/2014/main" id="{2C2E46B2-CA27-EDCD-87A4-257B7CC08B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917506" y="3947577"/>
                <a:ext cx="1799790" cy="320762"/>
              </a:xfrm>
              <a:custGeom>
                <a:avLst/>
                <a:gdLst>
                  <a:gd name="T0" fmla="*/ 0 w 288"/>
                  <a:gd name="T1" fmla="*/ 0 h 115"/>
                  <a:gd name="T2" fmla="*/ 0 w 288"/>
                  <a:gd name="T3" fmla="*/ 330143 h 115"/>
                  <a:gd name="T4" fmla="*/ 427242 w 288"/>
                  <a:gd name="T5" fmla="*/ 330143 h 115"/>
                  <a:gd name="T6" fmla="*/ 534981 w 288"/>
                  <a:gd name="T7" fmla="*/ 163636 h 115"/>
                  <a:gd name="T8" fmla="*/ 427242 w 288"/>
                  <a:gd name="T9" fmla="*/ 0 h 115"/>
                  <a:gd name="T10" fmla="*/ 0 w 288"/>
                  <a:gd name="T11" fmla="*/ 0 h 115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88"/>
                  <a:gd name="T19" fmla="*/ 0 h 115"/>
                  <a:gd name="T20" fmla="*/ 288 w 288"/>
                  <a:gd name="T21" fmla="*/ 115 h 115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88" h="115">
                    <a:moveTo>
                      <a:pt x="0" y="0"/>
                    </a:moveTo>
                    <a:lnTo>
                      <a:pt x="0" y="115"/>
                    </a:lnTo>
                    <a:lnTo>
                      <a:pt x="230" y="115"/>
                    </a:lnTo>
                    <a:lnTo>
                      <a:pt x="288" y="57"/>
                    </a:lnTo>
                    <a:lnTo>
                      <a:pt x="23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None/>
                </a:pPr>
                <a:r>
                  <a:rPr lang="en-US" altLang="ja-JP" sz="1200" dirty="0"/>
                  <a:t>CEN_FREQ_CUR</a:t>
                </a:r>
                <a:endParaRPr lang="ja-JP" altLang="en-US" sz="1200" dirty="0"/>
              </a:p>
            </p:txBody>
          </p:sp>
          <p:sp>
            <p:nvSpPr>
              <p:cNvPr id="43" name="Text Box 42">
                <a:extLst>
                  <a:ext uri="{FF2B5EF4-FFF2-40B4-BE49-F238E27FC236}">
                    <a16:creationId xmlns:a16="http://schemas.microsoft.com/office/drawing/2014/main" id="{16152BB4-77AE-C69D-0237-92C57EC9A8A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00620" y="4249250"/>
                <a:ext cx="1878088" cy="33855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600" dirty="0">
                    <a:latin typeface="+mj-lt"/>
                    <a:cs typeface="Times New Roman" panose="02020603050405020304" pitchFamily="18" charset="0"/>
                  </a:rPr>
                  <a:t>Center Frequency</a:t>
                </a:r>
              </a:p>
            </p:txBody>
          </p:sp>
          <p:cxnSp>
            <p:nvCxnSpPr>
              <p:cNvPr id="44" name="コネクタ: カギ線 43">
                <a:extLst>
                  <a:ext uri="{FF2B5EF4-FFF2-40B4-BE49-F238E27FC236}">
                    <a16:creationId xmlns:a16="http://schemas.microsoft.com/office/drawing/2014/main" id="{AC8BB5DE-C13C-CAC1-E720-96082730F9DE}"/>
                  </a:ext>
                </a:extLst>
              </p:cNvPr>
              <p:cNvCxnSpPr>
                <a:cxnSpLocks noChangeShapeType="1"/>
                <a:endCxn id="21" idx="0"/>
              </p:cNvCxnSpPr>
              <p:nvPr/>
            </p:nvCxnSpPr>
            <p:spPr bwMode="auto">
              <a:xfrm rot="5400000" flipH="1" flipV="1">
                <a:off x="9272603" y="3410958"/>
                <a:ext cx="1133131" cy="256827"/>
              </a:xfrm>
              <a:prstGeom prst="bentConnector3">
                <a:avLst>
                  <a:gd name="adj1" fmla="val -537"/>
                </a:avLst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57" name="Text Box 42">
                <a:extLst>
                  <a:ext uri="{FF2B5EF4-FFF2-40B4-BE49-F238E27FC236}">
                    <a16:creationId xmlns:a16="http://schemas.microsoft.com/office/drawing/2014/main" id="{9618E49F-DFBA-7A01-0BFC-3704F388438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964407" y="3867590"/>
                <a:ext cx="696024" cy="27699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200" dirty="0">
                    <a:latin typeface="+mj-lt"/>
                    <a:cs typeface="Times New Roman" panose="02020603050405020304" pitchFamily="18" charset="0"/>
                  </a:rPr>
                  <a:t>Current</a:t>
                </a:r>
              </a:p>
            </p:txBody>
          </p:sp>
          <p:sp>
            <p:nvSpPr>
              <p:cNvPr id="36" name="Freeform 229">
                <a:extLst>
                  <a:ext uri="{FF2B5EF4-FFF2-40B4-BE49-F238E27FC236}">
                    <a16:creationId xmlns:a16="http://schemas.microsoft.com/office/drawing/2014/main" id="{7BABE83E-DDF9-24B2-0E4E-E77F40C6EC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5110" y="3225948"/>
                <a:ext cx="1449701" cy="320762"/>
              </a:xfrm>
              <a:custGeom>
                <a:avLst/>
                <a:gdLst>
                  <a:gd name="T0" fmla="*/ 0 w 288"/>
                  <a:gd name="T1" fmla="*/ 0 h 115"/>
                  <a:gd name="T2" fmla="*/ 0 w 288"/>
                  <a:gd name="T3" fmla="*/ 330143 h 115"/>
                  <a:gd name="T4" fmla="*/ 427242 w 288"/>
                  <a:gd name="T5" fmla="*/ 330143 h 115"/>
                  <a:gd name="T6" fmla="*/ 534981 w 288"/>
                  <a:gd name="T7" fmla="*/ 163636 h 115"/>
                  <a:gd name="T8" fmla="*/ 427242 w 288"/>
                  <a:gd name="T9" fmla="*/ 0 h 115"/>
                  <a:gd name="T10" fmla="*/ 0 w 288"/>
                  <a:gd name="T11" fmla="*/ 0 h 115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88"/>
                  <a:gd name="T19" fmla="*/ 0 h 115"/>
                  <a:gd name="T20" fmla="*/ 288 w 288"/>
                  <a:gd name="T21" fmla="*/ 115 h 115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88" h="115">
                    <a:moveTo>
                      <a:pt x="0" y="0"/>
                    </a:moveTo>
                    <a:lnTo>
                      <a:pt x="0" y="115"/>
                    </a:lnTo>
                    <a:lnTo>
                      <a:pt x="230" y="115"/>
                    </a:lnTo>
                    <a:lnTo>
                      <a:pt x="288" y="57"/>
                    </a:lnTo>
                    <a:lnTo>
                      <a:pt x="23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buNone/>
                </a:pPr>
                <a:r>
                  <a:rPr lang="en-US" altLang="ja-JP" sz="1200" dirty="0"/>
                  <a:t>KVCO_ADJ_CUR</a:t>
                </a:r>
                <a:endParaRPr lang="ja-JP" altLang="en-US" sz="1200" dirty="0"/>
              </a:p>
            </p:txBody>
          </p:sp>
          <p:cxnSp>
            <p:nvCxnSpPr>
              <p:cNvPr id="37" name="コネクタ: カギ線 36">
                <a:extLst>
                  <a:ext uri="{FF2B5EF4-FFF2-40B4-BE49-F238E27FC236}">
                    <a16:creationId xmlns:a16="http://schemas.microsoft.com/office/drawing/2014/main" id="{918DD746-2B1A-1E68-EC99-DE62798AD601}"/>
                  </a:ext>
                </a:extLst>
              </p:cNvPr>
              <p:cNvCxnSpPr>
                <a:cxnSpLocks noChangeShapeType="1"/>
                <a:endCxn id="2131" idx="5"/>
              </p:cNvCxnSpPr>
              <p:nvPr/>
            </p:nvCxnSpPr>
            <p:spPr bwMode="auto">
              <a:xfrm rot="5400000" flipH="1" flipV="1">
                <a:off x="8799671" y="3041399"/>
                <a:ext cx="549188" cy="124501"/>
              </a:xfrm>
              <a:prstGeom prst="bentConnector3">
                <a:avLst>
                  <a:gd name="adj1" fmla="val 926"/>
                </a:avLst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2" name="Text Box 42">
              <a:extLst>
                <a:ext uri="{FF2B5EF4-FFF2-40B4-BE49-F238E27FC236}">
                  <a16:creationId xmlns:a16="http://schemas.microsoft.com/office/drawing/2014/main" id="{F5941204-089A-A56C-E020-C4841B2637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62965" y="1485418"/>
              <a:ext cx="2124075" cy="5847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External</a:t>
              </a:r>
              <a:b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Loop filter</a:t>
              </a:r>
            </a:p>
          </p:txBody>
        </p:sp>
        <p:sp>
          <p:nvSpPr>
            <p:cNvPr id="3" name="Freeform 229">
              <a:extLst>
                <a:ext uri="{FF2B5EF4-FFF2-40B4-BE49-F238E27FC236}">
                  <a16:creationId xmlns:a16="http://schemas.microsoft.com/office/drawing/2014/main" id="{B62C2CB5-497F-B1FA-E618-D754E8F682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65632" y="1443188"/>
              <a:ext cx="1189426" cy="329671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74149 w 288"/>
                <a:gd name="T5" fmla="*/ 330143 h 115"/>
                <a:gd name="T6" fmla="*/ 593717 w 288"/>
                <a:gd name="T7" fmla="*/ 163636 h 115"/>
                <a:gd name="T8" fmla="*/ 474149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 err="1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lf_out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cxnSp>
          <p:nvCxnSpPr>
            <p:cNvPr id="10" name="コネクタ: カギ線 52">
              <a:extLst>
                <a:ext uri="{FF2B5EF4-FFF2-40B4-BE49-F238E27FC236}">
                  <a16:creationId xmlns:a16="http://schemas.microsoft.com/office/drawing/2014/main" id="{67E4A9B9-5959-8762-CF18-6FEDB09399F8}"/>
                </a:ext>
              </a:extLst>
            </p:cNvPr>
            <p:cNvCxnSpPr>
              <a:cxnSpLocks noChangeShapeType="1"/>
              <a:stCxn id="2109" idx="2"/>
            </p:cNvCxnSpPr>
            <p:nvPr/>
          </p:nvCxnSpPr>
          <p:spPr bwMode="auto">
            <a:xfrm flipV="1">
              <a:off x="7015298" y="1596646"/>
              <a:ext cx="3650336" cy="1045026"/>
            </a:xfrm>
            <a:prstGeom prst="bentConnector3">
              <a:avLst>
                <a:gd name="adj1" fmla="val 23139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1" name="Freeform 229">
              <a:extLst>
                <a:ext uri="{FF2B5EF4-FFF2-40B4-BE49-F238E27FC236}">
                  <a16:creationId xmlns:a16="http://schemas.microsoft.com/office/drawing/2014/main" id="{296DC4E9-62A9-01A9-4DBD-025F9ACB4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00144" y="1102169"/>
              <a:ext cx="1189426" cy="329671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74149 w 288"/>
                <a:gd name="T5" fmla="*/ 330143 h 115"/>
                <a:gd name="T6" fmla="*/ 593717 w 288"/>
                <a:gd name="T7" fmla="*/ 163636 h 115"/>
                <a:gd name="T8" fmla="*/ 474149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 err="1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lf_in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cxnSp>
          <p:nvCxnSpPr>
            <p:cNvPr id="12" name="コネクタ: カギ線 52">
              <a:extLst>
                <a:ext uri="{FF2B5EF4-FFF2-40B4-BE49-F238E27FC236}">
                  <a16:creationId xmlns:a16="http://schemas.microsoft.com/office/drawing/2014/main" id="{9AE36EE0-A044-0A1C-99DC-5761940BFEB4}"/>
                </a:ext>
              </a:extLst>
            </p:cNvPr>
            <p:cNvCxnSpPr>
              <a:cxnSpLocks noChangeShapeType="1"/>
              <a:stCxn id="2093" idx="0"/>
            </p:cNvCxnSpPr>
            <p:nvPr/>
          </p:nvCxnSpPr>
          <p:spPr bwMode="auto">
            <a:xfrm rot="16200000" flipV="1">
              <a:off x="3785648" y="1446249"/>
              <a:ext cx="1304194" cy="996147"/>
            </a:xfrm>
            <a:prstGeom prst="bentConnector3">
              <a:avLst>
                <a:gd name="adj1" fmla="val 99839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41" name="Text Box 42">
              <a:extLst>
                <a:ext uri="{FF2B5EF4-FFF2-40B4-BE49-F238E27FC236}">
                  <a16:creationId xmlns:a16="http://schemas.microsoft.com/office/drawing/2014/main" id="{86F3ADA7-A74A-26C3-ECD0-6399FEE9B1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09342" y="3554795"/>
              <a:ext cx="187808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Adjust KVCO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3E9803B7-0D0E-9E36-1923-A7FE580C5E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en-US" altLang="ja-JP" dirty="0"/>
              <a:t>Put your schematic diagram here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EFC7399-CB85-C9D2-2D0B-B2986A588E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ja-JP" dirty="0"/>
              <a:t>Purpose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Input and Output</a:t>
            </a:r>
          </a:p>
          <a:p>
            <a:pPr lvl="1"/>
            <a:r>
              <a:rPr lang="en-US" altLang="ja-JP" dirty="0"/>
              <a:t>Input</a:t>
            </a:r>
          </a:p>
          <a:p>
            <a:pPr lvl="1"/>
            <a:r>
              <a:rPr lang="en-US" altLang="ja-JP" dirty="0"/>
              <a:t>output</a:t>
            </a:r>
            <a:br>
              <a:rPr lang="en-US" altLang="ja-JP" dirty="0"/>
            </a:br>
            <a:endParaRPr lang="en-US" altLang="ja-JP" dirty="0"/>
          </a:p>
          <a:p>
            <a:r>
              <a:rPr kumimoji="1" lang="en-US" altLang="ja-JP" dirty="0"/>
              <a:t>Important design decisions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Interface to other blocks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EB1E9490-F400-9637-14FA-434DD77B4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Schematic summary - PFD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807B41-2D14-8F8B-EC22-3F5A7CB1A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9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110A3-A238-A842-0B5D-8C985AD5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3DD572FC-F41D-DFFD-8E71-011AC797F6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en-US" altLang="ja-JP" dirty="0"/>
              <a:t>Put your schematic diagram here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81BF490-51EF-2355-475A-908940AF4C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ja-JP" dirty="0"/>
              <a:t>Purpose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Input and Output</a:t>
            </a:r>
          </a:p>
          <a:p>
            <a:pPr lvl="1"/>
            <a:r>
              <a:rPr lang="en-US" altLang="ja-JP" dirty="0"/>
              <a:t>Input</a:t>
            </a:r>
          </a:p>
          <a:p>
            <a:pPr lvl="1"/>
            <a:r>
              <a:rPr lang="en-US" altLang="ja-JP" dirty="0"/>
              <a:t>output</a:t>
            </a:r>
            <a:br>
              <a:rPr lang="en-US" altLang="ja-JP" dirty="0"/>
            </a:br>
            <a:endParaRPr lang="en-US" altLang="ja-JP" dirty="0"/>
          </a:p>
          <a:p>
            <a:r>
              <a:rPr kumimoji="1" lang="en-US" altLang="ja-JP" dirty="0"/>
              <a:t>Important design decisions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Interface to other blocks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3B5D2190-9F7C-7198-26E2-B0CC1DB0B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Schematic summary – Charge pump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70D239E-E978-4796-F793-F9F196BF9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459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4E007-B68B-CA2E-AC70-7D42644AC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03108764-805F-AE0A-8521-C9499C30642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en-US" altLang="ja-JP" dirty="0"/>
              <a:t>Put your schematic diagram here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DBC802-2ED9-24FE-C9EB-FA59F2AF1D7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ja-JP" dirty="0"/>
              <a:t>Purpose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Input and Output</a:t>
            </a:r>
          </a:p>
          <a:p>
            <a:pPr lvl="1"/>
            <a:r>
              <a:rPr lang="en-US" altLang="ja-JP" dirty="0"/>
              <a:t>Input</a:t>
            </a:r>
          </a:p>
          <a:p>
            <a:pPr lvl="1"/>
            <a:r>
              <a:rPr lang="en-US" altLang="ja-JP" dirty="0"/>
              <a:t>output</a:t>
            </a:r>
            <a:br>
              <a:rPr lang="en-US" altLang="ja-JP" dirty="0"/>
            </a:br>
            <a:endParaRPr lang="en-US" altLang="ja-JP" dirty="0"/>
          </a:p>
          <a:p>
            <a:r>
              <a:rPr kumimoji="1" lang="en-US" altLang="ja-JP" dirty="0"/>
              <a:t>Important design decisions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Interface to other blocks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C056BA17-497C-6904-E36F-332C2C22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Schematic summary – Loop filter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8A0CF7C-F8A7-EF76-EB78-A68831578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489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177D7-3453-BB02-08DF-88480E5F3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0EE93A40-ABAD-3C96-3D75-4A3B1846F8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en-US" altLang="ja-JP" dirty="0"/>
              <a:t>Put your schematic diagram here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818D8DF-45D5-881D-30C5-4E70881EF6A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ja-JP" dirty="0"/>
              <a:t>Purpose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Input and Output</a:t>
            </a:r>
          </a:p>
          <a:p>
            <a:pPr lvl="1"/>
            <a:r>
              <a:rPr lang="en-US" altLang="ja-JP" dirty="0"/>
              <a:t>Input</a:t>
            </a:r>
          </a:p>
          <a:p>
            <a:pPr lvl="1"/>
            <a:r>
              <a:rPr lang="en-US" altLang="ja-JP" dirty="0"/>
              <a:t>output</a:t>
            </a:r>
            <a:br>
              <a:rPr lang="en-US" altLang="ja-JP" dirty="0"/>
            </a:br>
            <a:endParaRPr lang="en-US" altLang="ja-JP" dirty="0"/>
          </a:p>
          <a:p>
            <a:r>
              <a:rPr kumimoji="1" lang="en-US" altLang="ja-JP" dirty="0"/>
              <a:t>Important design decisions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Interface to other blocks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70BD4C15-4796-CD58-9CA1-F0654E556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Schematic summary – Buffer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5B1BD7C-52A9-E54F-B4D2-AE134842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304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6BE9-D095-5726-2CB3-83E718423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100EDF11-0C90-A14A-8AD0-ECDFE0BCE6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en-US" altLang="ja-JP" dirty="0"/>
              <a:t>Put your schematic diagram here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A311BD-1FCB-7205-9FC3-A24D28DB083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ja-JP" dirty="0"/>
              <a:t>Purpose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Input and Output</a:t>
            </a:r>
          </a:p>
          <a:p>
            <a:pPr lvl="1"/>
            <a:r>
              <a:rPr lang="en-US" altLang="ja-JP" dirty="0"/>
              <a:t>Input</a:t>
            </a:r>
          </a:p>
          <a:p>
            <a:pPr lvl="1"/>
            <a:r>
              <a:rPr lang="en-US" altLang="ja-JP" dirty="0"/>
              <a:t>output</a:t>
            </a:r>
            <a:br>
              <a:rPr lang="en-US" altLang="ja-JP" dirty="0"/>
            </a:br>
            <a:endParaRPr lang="en-US" altLang="ja-JP" dirty="0"/>
          </a:p>
          <a:p>
            <a:r>
              <a:rPr kumimoji="1" lang="en-US" altLang="ja-JP" dirty="0"/>
              <a:t>Important design decisions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Interface to other blocks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802145F4-77CC-55F5-5035-97676683E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Schematic summary – LPF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746007E-3D5A-9B33-CF02-9BAED5CDD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863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062BC-830E-8332-9627-F80B2FA6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3D59903E-3090-5260-F905-9317C16E6E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en-US" altLang="ja-JP" dirty="0"/>
              <a:t>Put your schematic diagram here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3E3343-6712-EFAB-C18C-853E5BB6EEC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ja-JP" dirty="0"/>
              <a:t>Purpose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Input and Output</a:t>
            </a:r>
          </a:p>
          <a:p>
            <a:pPr lvl="1"/>
            <a:r>
              <a:rPr lang="en-US" altLang="ja-JP" dirty="0"/>
              <a:t>Input</a:t>
            </a:r>
          </a:p>
          <a:p>
            <a:pPr lvl="1"/>
            <a:r>
              <a:rPr lang="en-US" altLang="ja-JP" dirty="0"/>
              <a:t>output</a:t>
            </a:r>
            <a:br>
              <a:rPr lang="en-US" altLang="ja-JP" dirty="0"/>
            </a:br>
            <a:endParaRPr lang="en-US" altLang="ja-JP" dirty="0"/>
          </a:p>
          <a:p>
            <a:r>
              <a:rPr kumimoji="1" lang="en-US" altLang="ja-JP" dirty="0"/>
              <a:t>Important design decisions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Interface to other blocks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95B834AA-E875-84F2-8257-C7CB54860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Schematic summary – VCO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324F35E-28EE-D238-D6C1-A7F48C7C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851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EAEEB-2A01-631D-241E-B34AC8788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3A0FD65A-79E4-EBA3-171C-C730D8C2D1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en-US" altLang="ja-JP" dirty="0"/>
              <a:t>Put your schematic diagram here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8DB109-409C-96FA-44A3-4DA39F8215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ja-JP" dirty="0"/>
              <a:t>Purpose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Input and Output</a:t>
            </a:r>
          </a:p>
          <a:p>
            <a:pPr lvl="1"/>
            <a:r>
              <a:rPr lang="en-US" altLang="ja-JP" dirty="0"/>
              <a:t>Input</a:t>
            </a:r>
          </a:p>
          <a:p>
            <a:pPr lvl="1"/>
            <a:r>
              <a:rPr lang="en-US" altLang="ja-JP" dirty="0"/>
              <a:t>output</a:t>
            </a:r>
            <a:br>
              <a:rPr lang="en-US" altLang="ja-JP" dirty="0"/>
            </a:br>
            <a:endParaRPr lang="en-US" altLang="ja-JP" dirty="0"/>
          </a:p>
          <a:p>
            <a:r>
              <a:rPr kumimoji="1" lang="en-US" altLang="ja-JP" dirty="0"/>
              <a:t>Important design decisions</a:t>
            </a:r>
            <a:br>
              <a:rPr kumimoji="1" lang="en-US" altLang="ja-JP" dirty="0"/>
            </a:br>
            <a:endParaRPr kumimoji="1" lang="en-US" altLang="ja-JP" dirty="0"/>
          </a:p>
          <a:p>
            <a:r>
              <a:rPr lang="en-US" altLang="ja-JP" dirty="0"/>
              <a:t>Interface to other blocks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F0A7ED0-139C-54A8-C1EB-17136BACD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Schematic summary – current source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B098A68-F906-F24B-CC15-4D4FEA672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131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F22BFC1-AE56-F2AA-743A-9C4FA79CE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VCO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EE652C-3F55-30C2-F90A-F9B10F2E0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14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251A972C-06B3-9665-DE5C-607F8E6C8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17EEF1EC-833E-1F67-863C-11EA9404C5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25D7373D-58B1-D5FB-08F5-D68F9AA952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00407F2A-9F85-D674-8592-FDA3A351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39" y="1444253"/>
            <a:ext cx="6764383" cy="517926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D82EB0D-B392-ACB4-5237-9DD8C701D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908" y="1455056"/>
            <a:ext cx="3249978" cy="516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2043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35E838A-36D1-B492-8FC8-ED802AF31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0ACB53DB-E021-6375-C179-8A41BBF34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PFD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C1A7860-127B-7A8F-4476-1C7B8CCE1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15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D935FED-1BA6-6745-C818-3303F87D7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98" y="1482048"/>
            <a:ext cx="10677236" cy="484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235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05C6C-3673-54FA-DB75-B75E0609D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53C78BD-2718-C9E7-2FCC-9C9588F79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OPAMP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49BDC49-EFBF-54E2-96E3-2075999E8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16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C9C5475A-C160-EB3B-1FAA-C97FA7225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07E8F833-5CD1-136B-4733-E11984F164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4F704E6C-3B87-C841-CD7D-E3A5D3FA92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40F37FD-1B7D-8EE9-6493-A8745907E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407" y="1426586"/>
            <a:ext cx="10157836" cy="4628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4124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329BF-756A-7F12-5C2E-820B7CB9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10A1146-6309-2022-D60E-92992031A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Beta multiplier reference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C33605-6418-71A7-8DD2-B754AC6F7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17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4055655D-48B3-9C7D-86F6-B4F6CAB33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78B725C9-9453-9FBD-8679-F1049D044D9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9B690031-D6FF-EC2A-6A6B-576A090DB1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7C1DE339-3A10-112B-C42D-FD87B7105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05" y="1891098"/>
            <a:ext cx="4867708" cy="429594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87C84B1C-9ACC-9D66-8CD9-D429D6C33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168" y="1899948"/>
            <a:ext cx="5588093" cy="428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9933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162B3FE-41CF-1328-04BE-A0EEDC5F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414803D-E310-A41A-C609-5A30833C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Layout  (T.B.D)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0371B8-4BD7-094C-E931-E9F811663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7261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F45D3-9CD9-DA7E-868E-08E84B9F9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AE48628F-5E89-B609-EA68-A96C097475C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00038" y="1577149"/>
            <a:ext cx="5719762" cy="4422839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096751A-E278-B477-6AB7-56DD301F66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to left</a:t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25AFB360-1AB0-7D41-53E4-318837E1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Evaluation - VCO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4D9A16-2665-2A38-CB3F-B2995BFCC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19</a:t>
            </a:fld>
            <a:endParaRPr 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532C649-7DC1-1B13-94C3-63DA037607F5}"/>
              </a:ext>
            </a:extLst>
          </p:cNvPr>
          <p:cNvSpPr txBox="1"/>
          <p:nvPr/>
        </p:nvSpPr>
        <p:spPr>
          <a:xfrm>
            <a:off x="2512291" y="4927708"/>
            <a:ext cx="37314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dirty="0"/>
              <a:t>y =  9.04099539e+15 * x^2-4.55009586e</a:t>
            </a:r>
            <a:br>
              <a:rPr lang="en-US" altLang="ja-JP" sz="1400" dirty="0"/>
            </a:br>
            <a:r>
              <a:rPr lang="en-US" altLang="ja-JP" sz="1400" dirty="0"/>
              <a:t>+11 * x + 2.24254037e+07</a:t>
            </a:r>
            <a:endParaRPr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13050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7CF2A-7FBC-C952-12BC-0F025F24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C3E15046-66AA-FC43-584A-5C772E3322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C4BD6D-EA90-E20C-9C47-E0732A371C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to left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0ACD9F9A-3907-BC87-B810-905B823A4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Evaluation - OPAMP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20A4E47-D9D0-332F-A763-40DAAA1CF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20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D184B53-A5A4-7E43-28E0-8A0DAFB97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00" y="1486918"/>
            <a:ext cx="7185317" cy="388676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CAEE455-B8AA-9C44-FA9A-68D4270D7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589" y="1484313"/>
            <a:ext cx="4115374" cy="309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0540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963C1-1ECE-083E-60B6-716C9CE2E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DC061668-6390-79AD-24E1-DA1074D9EB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Application block diagram – FM radio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sp>
        <p:nvSpPr>
          <p:cNvPr id="5" name="Rectangle 485">
            <a:extLst>
              <a:ext uri="{FF2B5EF4-FFF2-40B4-BE49-F238E27FC236}">
                <a16:creationId xmlns:a16="http://schemas.microsoft.com/office/drawing/2014/main" id="{106A00F3-0978-A6D8-E5C8-54DC2C276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4145" y="2066925"/>
            <a:ext cx="2533643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6" name="Text Box 42">
            <a:extLst>
              <a:ext uri="{FF2B5EF4-FFF2-40B4-BE49-F238E27FC236}">
                <a16:creationId xmlns:a16="http://schemas.microsoft.com/office/drawing/2014/main" id="{C5D06E3B-6C34-2548-D794-6051082D71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6851" y="1727200"/>
            <a:ext cx="628650" cy="3381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VCO</a:t>
            </a:r>
          </a:p>
        </p:txBody>
      </p:sp>
      <p:sp>
        <p:nvSpPr>
          <p:cNvPr id="7" name="Rectangle 485">
            <a:extLst>
              <a:ext uri="{FF2B5EF4-FFF2-40B4-BE49-F238E27FC236}">
                <a16:creationId xmlns:a16="http://schemas.microsoft.com/office/drawing/2014/main" id="{C3F54B7B-B636-E33C-15A7-AC889D3541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7277" y="2079625"/>
            <a:ext cx="2284412" cy="22987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8" name="Rectangle 485">
            <a:extLst>
              <a:ext uri="{FF2B5EF4-FFF2-40B4-BE49-F238E27FC236}">
                <a16:creationId xmlns:a16="http://schemas.microsoft.com/office/drawing/2014/main" id="{CEAE4405-7B82-B257-EB11-812963B2D7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4289" y="2079625"/>
            <a:ext cx="727075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9" name="Rectangle 485">
            <a:extLst>
              <a:ext uri="{FF2B5EF4-FFF2-40B4-BE49-F238E27FC236}">
                <a16:creationId xmlns:a16="http://schemas.microsoft.com/office/drawing/2014/main" id="{366B6F8E-E154-6C57-6F6C-D21981295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77" y="2079625"/>
            <a:ext cx="1598612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cxnSp>
        <p:nvCxnSpPr>
          <p:cNvPr id="2060" name="Straight Connector 19">
            <a:extLst>
              <a:ext uri="{FF2B5EF4-FFF2-40B4-BE49-F238E27FC236}">
                <a16:creationId xmlns:a16="http://schemas.microsoft.com/office/drawing/2014/main" id="{32D316D1-E810-B1E4-AAD4-AF21E3E49BB3}"/>
              </a:ext>
            </a:extLst>
          </p:cNvPr>
          <p:cNvCxnSpPr>
            <a:cxnSpLocks noChangeShapeType="1"/>
            <a:stCxn id="2141" idx="2"/>
            <a:endCxn id="2136" idx="0"/>
          </p:cNvCxnSpPr>
          <p:nvPr/>
        </p:nvCxnSpPr>
        <p:spPr bwMode="auto">
          <a:xfrm flipV="1">
            <a:off x="3188031" y="2641683"/>
            <a:ext cx="153176" cy="2684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61" name="Line 341">
            <a:extLst>
              <a:ext uri="{FF2B5EF4-FFF2-40B4-BE49-F238E27FC236}">
                <a16:creationId xmlns:a16="http://schemas.microsoft.com/office/drawing/2014/main" id="{502473D4-D76B-399C-14E4-DAE2EC7940EE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2308389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2" name="TextBox 2">
            <a:extLst>
              <a:ext uri="{FF2B5EF4-FFF2-40B4-BE49-F238E27FC236}">
                <a16:creationId xmlns:a16="http://schemas.microsoft.com/office/drawing/2014/main" id="{CDDE2AA1-EBCD-4D08-5F7A-20ABDC5DDD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3434" y="2725627"/>
            <a:ext cx="304837" cy="523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/>
              <a:t>-</a:t>
            </a:r>
          </a:p>
        </p:txBody>
      </p:sp>
      <p:sp>
        <p:nvSpPr>
          <p:cNvPr id="2063" name="Oval 339">
            <a:extLst>
              <a:ext uri="{FF2B5EF4-FFF2-40B4-BE49-F238E27FC236}">
                <a16:creationId xmlns:a16="http://schemas.microsoft.com/office/drawing/2014/main" id="{7DE9F3F1-7562-4B90-5B30-2FB99E24010C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1668618" y="2366987"/>
            <a:ext cx="549282" cy="549369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064" name="Line 340">
            <a:extLst>
              <a:ext uri="{FF2B5EF4-FFF2-40B4-BE49-F238E27FC236}">
                <a16:creationId xmlns:a16="http://schemas.microsoft.com/office/drawing/2014/main" id="{51F50068-19DD-9D7C-7E5E-083FCF99AA08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1576542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5" name="Text Box 346">
            <a:extLst>
              <a:ext uri="{FF2B5EF4-FFF2-40B4-BE49-F238E27FC236}">
                <a16:creationId xmlns:a16="http://schemas.microsoft.com/office/drawing/2014/main" id="{5F047652-C919-F5B3-F379-D714FF81A78D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1715793" y="2339779"/>
            <a:ext cx="450856" cy="6414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3600"/>
              <a:t>+</a:t>
            </a:r>
          </a:p>
        </p:txBody>
      </p:sp>
      <p:sp>
        <p:nvSpPr>
          <p:cNvPr id="2066" name="Freeform 357">
            <a:extLst>
              <a:ext uri="{FF2B5EF4-FFF2-40B4-BE49-F238E27FC236}">
                <a16:creationId xmlns:a16="http://schemas.microsoft.com/office/drawing/2014/main" id="{414F5F5A-72BA-E132-7C39-F2A33397ACF1}"/>
              </a:ext>
            </a:extLst>
          </p:cNvPr>
          <p:cNvSpPr>
            <a:spLocks/>
          </p:cNvSpPr>
          <p:nvPr/>
        </p:nvSpPr>
        <p:spPr bwMode="auto">
          <a:xfrm rot="10800000">
            <a:off x="1486053" y="2641672"/>
            <a:ext cx="914412" cy="457279"/>
          </a:xfrm>
          <a:custGeom>
            <a:avLst/>
            <a:gdLst>
              <a:gd name="T0" fmla="*/ 0 w 576"/>
              <a:gd name="T1" fmla="*/ 725805000 h 288"/>
              <a:gd name="T2" fmla="*/ 725805000 w 576"/>
              <a:gd name="T3" fmla="*/ 0 h 288"/>
              <a:gd name="T4" fmla="*/ 1451610000 w 576"/>
              <a:gd name="T5" fmla="*/ 725805000 h 288"/>
              <a:gd name="T6" fmla="*/ 0 w 576"/>
              <a:gd name="T7" fmla="*/ 725805000 h 28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576" h="288">
                <a:moveTo>
                  <a:pt x="0" y="288"/>
                </a:moveTo>
                <a:lnTo>
                  <a:pt x="288" y="0"/>
                </a:lnTo>
                <a:lnTo>
                  <a:pt x="576" y="288"/>
                </a:lnTo>
                <a:lnTo>
                  <a:pt x="0" y="288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067" name="Freeform 229">
            <a:extLst>
              <a:ext uri="{FF2B5EF4-FFF2-40B4-BE49-F238E27FC236}">
                <a16:creationId xmlns:a16="http://schemas.microsoft.com/office/drawing/2014/main" id="{3EED22DC-54AA-EB2D-7628-52ADA41F4E14}"/>
              </a:ext>
            </a:extLst>
          </p:cNvPr>
          <p:cNvSpPr>
            <a:spLocks/>
          </p:cNvSpPr>
          <p:nvPr/>
        </p:nvSpPr>
        <p:spPr bwMode="auto">
          <a:xfrm>
            <a:off x="557739" y="2474913"/>
            <a:ext cx="534988" cy="330200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>
                <a:ea typeface="ＭＳ Ｐゴシック" panose="020B0600070205080204" pitchFamily="50" charset="-128"/>
                <a:cs typeface="Times New Roman" panose="02020603050405020304" pitchFamily="18" charset="0"/>
              </a:rPr>
              <a:t>φin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2068" name="直線矢印コネクタ 17">
            <a:extLst>
              <a:ext uri="{FF2B5EF4-FFF2-40B4-BE49-F238E27FC236}">
                <a16:creationId xmlns:a16="http://schemas.microsoft.com/office/drawing/2014/main" id="{D588AC8B-A0D1-A88B-AFBA-FDBC24449784}"/>
              </a:ext>
            </a:extLst>
          </p:cNvPr>
          <p:cNvCxnSpPr>
            <a:cxnSpLocks noChangeShapeType="1"/>
            <a:stCxn id="2067" idx="3"/>
            <a:endCxn id="2063" idx="6"/>
          </p:cNvCxnSpPr>
          <p:nvPr/>
        </p:nvCxnSpPr>
        <p:spPr bwMode="auto">
          <a:xfrm>
            <a:off x="1093397" y="2638467"/>
            <a:ext cx="575221" cy="3205"/>
          </a:xfrm>
          <a:prstGeom prst="straightConnector1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069" name="グループ化 18">
            <a:extLst>
              <a:ext uri="{FF2B5EF4-FFF2-40B4-BE49-F238E27FC236}">
                <a16:creationId xmlns:a16="http://schemas.microsoft.com/office/drawing/2014/main" id="{71B74F8F-8431-9708-21F2-FF101844AE6D}"/>
              </a:ext>
            </a:extLst>
          </p:cNvPr>
          <p:cNvGrpSpPr>
            <a:grpSpLocks/>
          </p:cNvGrpSpPr>
          <p:nvPr/>
        </p:nvGrpSpPr>
        <p:grpSpPr bwMode="auto">
          <a:xfrm>
            <a:off x="2273619" y="2276004"/>
            <a:ext cx="914412" cy="733551"/>
            <a:chOff x="2744726" y="3298865"/>
            <a:chExt cx="914400" cy="733425"/>
          </a:xfrm>
        </p:grpSpPr>
        <p:grpSp>
          <p:nvGrpSpPr>
            <p:cNvPr id="2138" name="Group 864">
              <a:extLst>
                <a:ext uri="{FF2B5EF4-FFF2-40B4-BE49-F238E27FC236}">
                  <a16:creationId xmlns:a16="http://schemas.microsoft.com/office/drawing/2014/main" id="{AD3152B5-A5A6-0B72-DA33-F1ED13C9185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44726" y="3298865"/>
              <a:ext cx="914400" cy="733425"/>
              <a:chOff x="1843" y="1698"/>
              <a:chExt cx="576" cy="462"/>
            </a:xfrm>
          </p:grpSpPr>
          <p:grpSp>
            <p:nvGrpSpPr>
              <p:cNvPr id="2140" name="Group 60">
                <a:extLst>
                  <a:ext uri="{FF2B5EF4-FFF2-40B4-BE49-F238E27FC236}">
                    <a16:creationId xmlns:a16="http://schemas.microsoft.com/office/drawing/2014/main" id="{6677219B-B1AC-109E-B358-A96489FCA07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42" name="Line 55">
                  <a:extLst>
                    <a:ext uri="{FF2B5EF4-FFF2-40B4-BE49-F238E27FC236}">
                      <a16:creationId xmlns:a16="http://schemas.microsoft.com/office/drawing/2014/main" id="{217A1CBC-67B7-BE6A-369C-F0CBA408260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43" name="AutoShape 56">
                  <a:extLst>
                    <a:ext uri="{FF2B5EF4-FFF2-40B4-BE49-F238E27FC236}">
                      <a16:creationId xmlns:a16="http://schemas.microsoft.com/office/drawing/2014/main" id="{F35CF135-4B44-C2BE-D6C4-198BBF5D75C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41" name="Freeform 863">
                <a:extLst>
                  <a:ext uri="{FF2B5EF4-FFF2-40B4-BE49-F238E27FC236}">
                    <a16:creationId xmlns:a16="http://schemas.microsoft.com/office/drawing/2014/main" id="{A11C30DE-517A-A130-CA97-151AA80F2D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2139" name="Text Box 42">
              <a:extLst>
                <a:ext uri="{FF2B5EF4-FFF2-40B4-BE49-F238E27FC236}">
                  <a16:creationId xmlns:a16="http://schemas.microsoft.com/office/drawing/2014/main" id="{C1F2A73E-56C9-8A0C-C229-1AF917E024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63150" y="3389808"/>
              <a:ext cx="308094" cy="5231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cs typeface="Times New Roman" panose="02020603050405020304" pitchFamily="18" charset="0"/>
                </a:rPr>
                <a:t>1</a:t>
              </a:r>
              <a:br>
                <a:rPr lang="en-US" altLang="en-US" sz="1400">
                  <a:cs typeface="Times New Roman" panose="02020603050405020304" pitchFamily="18" charset="0"/>
                </a:rPr>
              </a:br>
              <a:r>
                <a:rPr lang="en-US" altLang="ja-JP" sz="14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π</a:t>
              </a:r>
              <a:endParaRPr lang="en-US" altLang="en-US" sz="1400"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Box 42">
            <a:extLst>
              <a:ext uri="{FF2B5EF4-FFF2-40B4-BE49-F238E27FC236}">
                <a16:creationId xmlns:a16="http://schemas.microsoft.com/office/drawing/2014/main" id="{8D2B228C-8D36-0B36-7A58-1325D5C0E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4539" y="2132013"/>
            <a:ext cx="620713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Duty</a:t>
            </a:r>
            <a:br>
              <a:rPr lang="en-US" altLang="en-US" sz="12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-1</a:t>
            </a:r>
            <a:r>
              <a:rPr lang="ja-JP" altLang="en-US" sz="12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altLang="ja-JP" sz="1200" dirty="0">
                <a:latin typeface="+mj-lt"/>
                <a:cs typeface="Times New Roman" panose="02020603050405020304" pitchFamily="18" charset="0"/>
              </a:rPr>
              <a:t>to 1</a:t>
            </a:r>
            <a:endParaRPr lang="en-US" altLang="en-US" sz="1200" dirty="0">
              <a:latin typeface="+mj-lt"/>
              <a:cs typeface="Times New Roman" panose="02020603050405020304" pitchFamily="18" charset="0"/>
            </a:endParaRPr>
          </a:p>
        </p:txBody>
      </p:sp>
      <p:grpSp>
        <p:nvGrpSpPr>
          <p:cNvPr id="2071" name="グループ化 20">
            <a:extLst>
              <a:ext uri="{FF2B5EF4-FFF2-40B4-BE49-F238E27FC236}">
                <a16:creationId xmlns:a16="http://schemas.microsoft.com/office/drawing/2014/main" id="{A3E4ACA1-0A8C-C4C9-79E3-E330F7B19954}"/>
              </a:ext>
            </a:extLst>
          </p:cNvPr>
          <p:cNvGrpSpPr>
            <a:grpSpLocks/>
          </p:cNvGrpSpPr>
          <p:nvPr/>
        </p:nvGrpSpPr>
        <p:grpSpPr bwMode="auto">
          <a:xfrm>
            <a:off x="3341207" y="2274907"/>
            <a:ext cx="914412" cy="733551"/>
            <a:chOff x="3940565" y="3304121"/>
            <a:chExt cx="914400" cy="733425"/>
          </a:xfrm>
        </p:grpSpPr>
        <p:grpSp>
          <p:nvGrpSpPr>
            <p:cNvPr id="2132" name="Group 864">
              <a:extLst>
                <a:ext uri="{FF2B5EF4-FFF2-40B4-BE49-F238E27FC236}">
                  <a16:creationId xmlns:a16="http://schemas.microsoft.com/office/drawing/2014/main" id="{1B79C5F9-9200-C340-5F77-5FA324C296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34" name="Group 60">
                <a:extLst>
                  <a:ext uri="{FF2B5EF4-FFF2-40B4-BE49-F238E27FC236}">
                    <a16:creationId xmlns:a16="http://schemas.microsoft.com/office/drawing/2014/main" id="{097DB002-66B5-B9CA-B768-872F48B6FD9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36" name="Line 55">
                  <a:extLst>
                    <a:ext uri="{FF2B5EF4-FFF2-40B4-BE49-F238E27FC236}">
                      <a16:creationId xmlns:a16="http://schemas.microsoft.com/office/drawing/2014/main" id="{3AE8DD67-F433-5ED3-6656-EDFB338D435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7" name="AutoShape 56">
                  <a:extLst>
                    <a:ext uri="{FF2B5EF4-FFF2-40B4-BE49-F238E27FC236}">
                      <a16:creationId xmlns:a16="http://schemas.microsoft.com/office/drawing/2014/main" id="{AA5DF7AB-9D5B-4309-AF0F-2CCE60F9B7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35" name="Freeform 863">
                <a:extLst>
                  <a:ext uri="{FF2B5EF4-FFF2-40B4-BE49-F238E27FC236}">
                    <a16:creationId xmlns:a16="http://schemas.microsoft.com/office/drawing/2014/main" id="{9281FEEB-2901-0074-E60D-6138814727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83" name="Text Box 42">
              <a:extLst>
                <a:ext uri="{FF2B5EF4-FFF2-40B4-BE49-F238E27FC236}">
                  <a16:creationId xmlns:a16="http://schemas.microsoft.com/office/drawing/2014/main" id="{97699D87-55E3-353E-9449-5F440E0CBE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620" y="3496156"/>
              <a:ext cx="563556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Ibias</a:t>
              </a:r>
              <a:endParaRPr lang="en-US" altLang="en-US" sz="1600" dirty="0">
                <a:latin typeface="+mj-lt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72" name="グループ化 21">
            <a:extLst>
              <a:ext uri="{FF2B5EF4-FFF2-40B4-BE49-F238E27FC236}">
                <a16:creationId xmlns:a16="http://schemas.microsoft.com/office/drawing/2014/main" id="{3ECDAD7F-C495-180B-2495-171072352F5E}"/>
              </a:ext>
            </a:extLst>
          </p:cNvPr>
          <p:cNvGrpSpPr>
            <a:grpSpLocks/>
          </p:cNvGrpSpPr>
          <p:nvPr/>
        </p:nvGrpSpPr>
        <p:grpSpPr bwMode="auto">
          <a:xfrm>
            <a:off x="7583665" y="2279288"/>
            <a:ext cx="1012838" cy="733551"/>
            <a:chOff x="5645385" y="3311463"/>
            <a:chExt cx="1012825" cy="733425"/>
          </a:xfrm>
        </p:grpSpPr>
        <p:grpSp>
          <p:nvGrpSpPr>
            <p:cNvPr id="2126" name="Group 864">
              <a:extLst>
                <a:ext uri="{FF2B5EF4-FFF2-40B4-BE49-F238E27FC236}">
                  <a16:creationId xmlns:a16="http://schemas.microsoft.com/office/drawing/2014/main" id="{AF8A5971-8751-C9CA-C9D0-4C80685F34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45385" y="3311463"/>
              <a:ext cx="1012825" cy="733425"/>
              <a:chOff x="1843" y="1698"/>
              <a:chExt cx="638" cy="462"/>
            </a:xfrm>
          </p:grpSpPr>
          <p:grpSp>
            <p:nvGrpSpPr>
              <p:cNvPr id="2128" name="Group 60">
                <a:extLst>
                  <a:ext uri="{FF2B5EF4-FFF2-40B4-BE49-F238E27FC236}">
                    <a16:creationId xmlns:a16="http://schemas.microsoft.com/office/drawing/2014/main" id="{7DBB0A4E-3D65-C613-7710-836C5858DB0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82" y="1698"/>
                <a:ext cx="499" cy="461"/>
                <a:chOff x="3595" y="3427"/>
                <a:chExt cx="499" cy="461"/>
              </a:xfrm>
            </p:grpSpPr>
            <p:sp>
              <p:nvSpPr>
                <p:cNvPr id="2130" name="Line 55">
                  <a:extLst>
                    <a:ext uri="{FF2B5EF4-FFF2-40B4-BE49-F238E27FC236}">
                      <a16:creationId xmlns:a16="http://schemas.microsoft.com/office/drawing/2014/main" id="{DA8B4914-9AE2-26DC-11AC-60EFDDBA477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17" y="3653"/>
                  <a:ext cx="177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26D84621-A241-B573-7371-30B06C74CB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9" name="Freeform 863">
                <a:extLst>
                  <a:ext uri="{FF2B5EF4-FFF2-40B4-BE49-F238E27FC236}">
                    <a16:creationId xmlns:a16="http://schemas.microsoft.com/office/drawing/2014/main" id="{7C6105A9-D020-6845-529D-B27ACD5EB8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7" name="Text Box 42">
              <a:extLst>
                <a:ext uri="{FF2B5EF4-FFF2-40B4-BE49-F238E27FC236}">
                  <a16:creationId xmlns:a16="http://schemas.microsoft.com/office/drawing/2014/main" id="{E7CF6E08-D217-65A2-7EFB-E674537995F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1731" y="3517636"/>
              <a:ext cx="584192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Kvco</a:t>
              </a:r>
            </a:p>
          </p:txBody>
        </p:sp>
      </p:grpSp>
      <p:sp>
        <p:nvSpPr>
          <p:cNvPr id="2074" name="Freeform 863">
            <a:extLst>
              <a:ext uri="{FF2B5EF4-FFF2-40B4-BE49-F238E27FC236}">
                <a16:creationId xmlns:a16="http://schemas.microsoft.com/office/drawing/2014/main" id="{C3D2CC1E-E7C6-2452-72ED-E51128C8EA3F}"/>
              </a:ext>
            </a:extLst>
          </p:cNvPr>
          <p:cNvSpPr>
            <a:spLocks/>
          </p:cNvSpPr>
          <p:nvPr/>
        </p:nvSpPr>
        <p:spPr bwMode="auto">
          <a:xfrm flipH="1">
            <a:off x="4749603" y="4930325"/>
            <a:ext cx="914412" cy="731964"/>
          </a:xfrm>
          <a:custGeom>
            <a:avLst/>
            <a:gdLst>
              <a:gd name="T0" fmla="*/ 0 w 576"/>
              <a:gd name="T1" fmla="*/ 582157285 h 461"/>
              <a:gd name="T2" fmla="*/ 289818763 w 576"/>
              <a:gd name="T3" fmla="*/ 1161793619 h 461"/>
              <a:gd name="T4" fmla="*/ 1451610000 w 576"/>
              <a:gd name="T5" fmla="*/ 582157285 h 461"/>
              <a:gd name="T6" fmla="*/ 289818763 w 576"/>
              <a:gd name="T7" fmla="*/ 0 h 461"/>
              <a:gd name="T8" fmla="*/ 0 w 576"/>
              <a:gd name="T9" fmla="*/ 582157285 h 46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76" h="461">
                <a:moveTo>
                  <a:pt x="0" y="231"/>
                </a:moveTo>
                <a:lnTo>
                  <a:pt x="115" y="461"/>
                </a:lnTo>
                <a:lnTo>
                  <a:pt x="576" y="231"/>
                </a:lnTo>
                <a:lnTo>
                  <a:pt x="115" y="0"/>
                </a:lnTo>
                <a:lnTo>
                  <a:pt x="0" y="231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6" name="Text Box 42">
            <a:extLst>
              <a:ext uri="{FF2B5EF4-FFF2-40B4-BE49-F238E27FC236}">
                <a16:creationId xmlns:a16="http://schemas.microsoft.com/office/drawing/2014/main" id="{DEA1261C-F012-9D5D-F0EF-651C883521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06302" y="1727200"/>
            <a:ext cx="46839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PD</a:t>
            </a:r>
          </a:p>
        </p:txBody>
      </p:sp>
      <p:sp>
        <p:nvSpPr>
          <p:cNvPr id="27" name="Text Box 42">
            <a:extLst>
              <a:ext uri="{FF2B5EF4-FFF2-40B4-BE49-F238E27FC236}">
                <a16:creationId xmlns:a16="http://schemas.microsoft.com/office/drawing/2014/main" id="{251D01FD-9C6A-215F-9325-450B2346DF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6977" y="1481138"/>
            <a:ext cx="889000" cy="58420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Charge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 pump</a:t>
            </a:r>
          </a:p>
        </p:txBody>
      </p:sp>
      <p:grpSp>
        <p:nvGrpSpPr>
          <p:cNvPr id="2079" name="グループ化 28">
            <a:extLst>
              <a:ext uri="{FF2B5EF4-FFF2-40B4-BE49-F238E27FC236}">
                <a16:creationId xmlns:a16="http://schemas.microsoft.com/office/drawing/2014/main" id="{459284D1-0524-FB01-211D-1E35D157F3DA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2274907"/>
            <a:ext cx="914412" cy="733551"/>
            <a:chOff x="3940565" y="3304121"/>
            <a:chExt cx="914400" cy="733425"/>
          </a:xfrm>
        </p:grpSpPr>
        <p:grpSp>
          <p:nvGrpSpPr>
            <p:cNvPr id="2120" name="Group 864">
              <a:extLst>
                <a:ext uri="{FF2B5EF4-FFF2-40B4-BE49-F238E27FC236}">
                  <a16:creationId xmlns:a16="http://schemas.microsoft.com/office/drawing/2014/main" id="{B089E8A7-6ED4-C766-6814-BB645CA342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22" name="Group 60">
                <a:extLst>
                  <a:ext uri="{FF2B5EF4-FFF2-40B4-BE49-F238E27FC236}">
                    <a16:creationId xmlns:a16="http://schemas.microsoft.com/office/drawing/2014/main" id="{0D29E67A-6EE9-C0F5-C76B-98C5942FD22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24" name="Line 55">
                  <a:extLst>
                    <a:ext uri="{FF2B5EF4-FFF2-40B4-BE49-F238E27FC236}">
                      <a16:creationId xmlns:a16="http://schemas.microsoft.com/office/drawing/2014/main" id="{6F2946D0-4AD6-0340-C92D-25A929569F9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25" name="AutoShape 56">
                  <a:extLst>
                    <a:ext uri="{FF2B5EF4-FFF2-40B4-BE49-F238E27FC236}">
                      <a16:creationId xmlns:a16="http://schemas.microsoft.com/office/drawing/2014/main" id="{E133333D-E49D-0DE9-522C-BEEA9BF494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3" name="Freeform 863">
                <a:extLst>
                  <a:ext uri="{FF2B5EF4-FFF2-40B4-BE49-F238E27FC236}">
                    <a16:creationId xmlns:a16="http://schemas.microsoft.com/office/drawing/2014/main" id="{AA0BB796-B7D1-09FA-1B4E-13CA1D69C56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1" name="Text Box 42">
              <a:extLst>
                <a:ext uri="{FF2B5EF4-FFF2-40B4-BE49-F238E27FC236}">
                  <a16:creationId xmlns:a16="http://schemas.microsoft.com/office/drawing/2014/main" id="{7D483EB4-5757-AC14-261B-45A6B0A4EE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7218" y="3540598"/>
              <a:ext cx="414333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R1</a:t>
              </a:r>
            </a:p>
          </p:txBody>
        </p:sp>
      </p:grpSp>
      <p:cxnSp>
        <p:nvCxnSpPr>
          <p:cNvPr id="2080" name="直線コネクタ 29">
            <a:extLst>
              <a:ext uri="{FF2B5EF4-FFF2-40B4-BE49-F238E27FC236}">
                <a16:creationId xmlns:a16="http://schemas.microsoft.com/office/drawing/2014/main" id="{3A861C54-3DA1-2EF1-9AE3-91B5048ACFF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547950" y="2641398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 Box 42">
            <a:extLst>
              <a:ext uri="{FF2B5EF4-FFF2-40B4-BE49-F238E27FC236}">
                <a16:creationId xmlns:a16="http://schemas.microsoft.com/office/drawing/2014/main" id="{5A63A832-3B5B-21BE-95F1-7BDD95CC4C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81952" y="2132013"/>
            <a:ext cx="1096962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-Ibias to Ibias</a:t>
            </a:r>
          </a:p>
        </p:txBody>
      </p:sp>
      <p:sp>
        <p:nvSpPr>
          <p:cNvPr id="33" name="Text Box 42">
            <a:extLst>
              <a:ext uri="{FF2B5EF4-FFF2-40B4-BE49-F238E27FC236}">
                <a16:creationId xmlns:a16="http://schemas.microsoft.com/office/drawing/2014/main" id="{33887AE5-0A44-8B27-291B-11052EACD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4989" y="2132013"/>
            <a:ext cx="695325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Vin</a:t>
            </a:r>
          </a:p>
        </p:txBody>
      </p:sp>
      <p:sp>
        <p:nvSpPr>
          <p:cNvPr id="34" name="Text Box 42">
            <a:extLst>
              <a:ext uri="{FF2B5EF4-FFF2-40B4-BE49-F238E27FC236}">
                <a16:creationId xmlns:a16="http://schemas.microsoft.com/office/drawing/2014/main" id="{F7C56AF8-6317-53D0-C5AA-E239DD48F0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577" y="2290763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sp>
        <p:nvSpPr>
          <p:cNvPr id="35" name="Text Box 42">
            <a:extLst>
              <a:ext uri="{FF2B5EF4-FFF2-40B4-BE49-F238E27FC236}">
                <a16:creationId xmlns:a16="http://schemas.microsoft.com/office/drawing/2014/main" id="{ABDDE13E-CE39-418F-1421-D47DEFE793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936" y="1865313"/>
            <a:ext cx="833883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Antena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in</a:t>
            </a:r>
          </a:p>
        </p:txBody>
      </p:sp>
      <p:cxnSp>
        <p:nvCxnSpPr>
          <p:cNvPr id="2086" name="Straight Connector 19">
            <a:extLst>
              <a:ext uri="{FF2B5EF4-FFF2-40B4-BE49-F238E27FC236}">
                <a16:creationId xmlns:a16="http://schemas.microsoft.com/office/drawing/2014/main" id="{E92A616E-1924-3524-D0C8-2EF9E713AAA0}"/>
              </a:ext>
            </a:extLst>
          </p:cNvPr>
          <p:cNvCxnSpPr>
            <a:cxnSpLocks noChangeShapeType="1"/>
            <a:stCxn id="2136" idx="1"/>
            <a:endCxn id="2124" idx="0"/>
          </p:cNvCxnSpPr>
          <p:nvPr/>
        </p:nvCxnSpPr>
        <p:spPr bwMode="auto">
          <a:xfrm flipV="1">
            <a:off x="4255618" y="2641683"/>
            <a:ext cx="348215" cy="1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87" name="Rectangle 485">
            <a:extLst>
              <a:ext uri="{FF2B5EF4-FFF2-40B4-BE49-F238E27FC236}">
                <a16:creationId xmlns:a16="http://schemas.microsoft.com/office/drawing/2014/main" id="{2679F9CD-FF20-DB19-C26A-D5D7A848CC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8246" y="3442727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grpSp>
        <p:nvGrpSpPr>
          <p:cNvPr id="2088" name="グループ化 37">
            <a:extLst>
              <a:ext uri="{FF2B5EF4-FFF2-40B4-BE49-F238E27FC236}">
                <a16:creationId xmlns:a16="http://schemas.microsoft.com/office/drawing/2014/main" id="{4AAEC720-342F-D280-59CC-4E0C0FBEAED0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3425778"/>
            <a:ext cx="914412" cy="733551"/>
            <a:chOff x="3940565" y="3304121"/>
            <a:chExt cx="914400" cy="733425"/>
          </a:xfrm>
        </p:grpSpPr>
        <p:grpSp>
          <p:nvGrpSpPr>
            <p:cNvPr id="2114" name="Group 864">
              <a:extLst>
                <a:ext uri="{FF2B5EF4-FFF2-40B4-BE49-F238E27FC236}">
                  <a16:creationId xmlns:a16="http://schemas.microsoft.com/office/drawing/2014/main" id="{2AEDF77A-52AC-3ED2-2920-8C3CA780F5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16" name="Group 60">
                <a:extLst>
                  <a:ext uri="{FF2B5EF4-FFF2-40B4-BE49-F238E27FC236}">
                    <a16:creationId xmlns:a16="http://schemas.microsoft.com/office/drawing/2014/main" id="{55022E43-9332-9570-ADE8-85C52E29BFB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18" name="Line 55">
                  <a:extLst>
                    <a:ext uri="{FF2B5EF4-FFF2-40B4-BE49-F238E27FC236}">
                      <a16:creationId xmlns:a16="http://schemas.microsoft.com/office/drawing/2014/main" id="{7EC4FAAD-F57E-4EB7-7060-99E9CF8725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9" name="AutoShape 56">
                  <a:extLst>
                    <a:ext uri="{FF2B5EF4-FFF2-40B4-BE49-F238E27FC236}">
                      <a16:creationId xmlns:a16="http://schemas.microsoft.com/office/drawing/2014/main" id="{C4044AED-A225-BD07-91F1-59E7E42D4D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17" name="Freeform 863">
                <a:extLst>
                  <a:ext uri="{FF2B5EF4-FFF2-40B4-BE49-F238E27FC236}">
                    <a16:creationId xmlns:a16="http://schemas.microsoft.com/office/drawing/2014/main" id="{F0887252-9A2D-7232-8A05-14A7526EC4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65" name="Text Box 42">
              <a:extLst>
                <a:ext uri="{FF2B5EF4-FFF2-40B4-BE49-F238E27FC236}">
                  <a16:creationId xmlns:a16="http://schemas.microsoft.com/office/drawing/2014/main" id="{0198EAAC-EE7E-7609-8F6E-1F53674906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056" y="3404164"/>
              <a:ext cx="414332" cy="52219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1</a:t>
              </a:r>
              <a:br>
                <a:rPr lang="en-US" altLang="en-US" sz="14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C1</a:t>
              </a:r>
            </a:p>
          </p:txBody>
        </p:sp>
      </p:grpSp>
      <p:cxnSp>
        <p:nvCxnSpPr>
          <p:cNvPr id="2089" name="直線コネクタ 38">
            <a:extLst>
              <a:ext uri="{FF2B5EF4-FFF2-40B4-BE49-F238E27FC236}">
                <a16:creationId xmlns:a16="http://schemas.microsoft.com/office/drawing/2014/main" id="{EC5DEFF6-DD8F-4FF6-DFC7-C708E67909AE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876216" y="3793191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107" name="Group 347">
            <a:extLst>
              <a:ext uri="{FF2B5EF4-FFF2-40B4-BE49-F238E27FC236}">
                <a16:creationId xmlns:a16="http://schemas.microsoft.com/office/drawing/2014/main" id="{CAD8477C-4B76-23A7-5A3E-386E395FECD2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5893670" y="2332056"/>
            <a:ext cx="1909788" cy="766895"/>
            <a:chOff x="525" y="3600"/>
            <a:chExt cx="1203" cy="483"/>
          </a:xfrm>
        </p:grpSpPr>
        <p:sp>
          <p:nvSpPr>
            <p:cNvPr id="2109" name="Oval 339">
              <a:extLst>
                <a:ext uri="{FF2B5EF4-FFF2-40B4-BE49-F238E27FC236}">
                  <a16:creationId xmlns:a16="http://schemas.microsoft.com/office/drawing/2014/main" id="{58FE3A9C-D17D-9FB0-7986-63520728D7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7" y="3715"/>
              <a:ext cx="346" cy="34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110" name="Line 340">
              <a:extLst>
                <a:ext uri="{FF2B5EF4-FFF2-40B4-BE49-F238E27FC236}">
                  <a16:creationId xmlns:a16="http://schemas.microsoft.com/office/drawing/2014/main" id="{34FEDF80-B5F6-192C-3AB0-DBEDDC0B219D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1671" y="383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1" name="Line 341">
              <a:extLst>
                <a:ext uri="{FF2B5EF4-FFF2-40B4-BE49-F238E27FC236}">
                  <a16:creationId xmlns:a16="http://schemas.microsoft.com/office/drawing/2014/main" id="{53982904-C235-688E-13B2-DE59B1537FE0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896" y="3516"/>
              <a:ext cx="0" cy="7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2" name="Line 345">
              <a:extLst>
                <a:ext uri="{FF2B5EF4-FFF2-40B4-BE49-F238E27FC236}">
                  <a16:creationId xmlns:a16="http://schemas.microsoft.com/office/drawing/2014/main" id="{12177063-C211-7605-2F22-855F585370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0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3" name="Text Box 346">
              <a:extLst>
                <a:ext uri="{FF2B5EF4-FFF2-40B4-BE49-F238E27FC236}">
                  <a16:creationId xmlns:a16="http://schemas.microsoft.com/office/drawing/2014/main" id="{264B22D6-EA96-9712-0536-E61D354675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3679"/>
              <a:ext cx="284" cy="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 dirty="0"/>
                <a:t>+</a:t>
              </a:r>
            </a:p>
          </p:txBody>
        </p:sp>
      </p:grpSp>
      <p:cxnSp>
        <p:nvCxnSpPr>
          <p:cNvPr id="2091" name="Straight Connector 19">
            <a:extLst>
              <a:ext uri="{FF2B5EF4-FFF2-40B4-BE49-F238E27FC236}">
                <a16:creationId xmlns:a16="http://schemas.microsoft.com/office/drawing/2014/main" id="{7D0F531F-FA22-B0F6-DC87-28D58A8BF201}"/>
              </a:ext>
            </a:extLst>
          </p:cNvPr>
          <p:cNvCxnSpPr>
            <a:cxnSpLocks noChangeShapeType="1"/>
            <a:stCxn id="2124" idx="1"/>
            <a:endCxn id="2110" idx="0"/>
          </p:cNvCxnSpPr>
          <p:nvPr/>
        </p:nvCxnSpPr>
        <p:spPr bwMode="auto">
          <a:xfrm>
            <a:off x="5518246" y="2641684"/>
            <a:ext cx="374633" cy="782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2" name="コネクタ: カギ線 41">
            <a:extLst>
              <a:ext uri="{FF2B5EF4-FFF2-40B4-BE49-F238E27FC236}">
                <a16:creationId xmlns:a16="http://schemas.microsoft.com/office/drawing/2014/main" id="{696449FF-68B9-B958-94BC-0D0FD3F90016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3994978" y="3190832"/>
            <a:ext cx="1156414" cy="61297"/>
          </a:xfrm>
          <a:prstGeom prst="bentConnector3">
            <a:avLst>
              <a:gd name="adj1" fmla="val 9943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3" name="Oval 813">
            <a:extLst>
              <a:ext uri="{FF2B5EF4-FFF2-40B4-BE49-F238E27FC236}">
                <a16:creationId xmlns:a16="http://schemas.microsoft.com/office/drawing/2014/main" id="{F9820CC9-9A07-E760-11E6-21B49EB5D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000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2094" name="コネクタ: カギ線 43">
            <a:extLst>
              <a:ext uri="{FF2B5EF4-FFF2-40B4-BE49-F238E27FC236}">
                <a16:creationId xmlns:a16="http://schemas.microsoft.com/office/drawing/2014/main" id="{6CB8EF0D-0616-68CE-EB96-02A25F194AA0}"/>
              </a:ext>
            </a:extLst>
          </p:cNvPr>
          <p:cNvCxnSpPr>
            <a:cxnSpLocks noChangeShapeType="1"/>
            <a:stCxn id="2087" idx="3"/>
            <a:endCxn id="2112" idx="0"/>
          </p:cNvCxnSpPr>
          <p:nvPr/>
        </p:nvCxnSpPr>
        <p:spPr bwMode="auto">
          <a:xfrm flipV="1">
            <a:off x="6174176" y="3098951"/>
            <a:ext cx="176701" cy="709595"/>
          </a:xfrm>
          <a:prstGeom prst="bentConnector4">
            <a:avLst>
              <a:gd name="adj1" fmla="val 50000"/>
              <a:gd name="adj2" fmla="val 5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7" name="Freeform 229">
            <a:extLst>
              <a:ext uri="{FF2B5EF4-FFF2-40B4-BE49-F238E27FC236}">
                <a16:creationId xmlns:a16="http://schemas.microsoft.com/office/drawing/2014/main" id="{F487685D-D489-E905-7F87-969B406F576D}"/>
              </a:ext>
            </a:extLst>
          </p:cNvPr>
          <p:cNvSpPr>
            <a:spLocks/>
          </p:cNvSpPr>
          <p:nvPr/>
        </p:nvSpPr>
        <p:spPr bwMode="auto">
          <a:xfrm>
            <a:off x="10719770" y="2466974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sp>
        <p:nvSpPr>
          <p:cNvPr id="48" name="Text Box 42">
            <a:extLst>
              <a:ext uri="{FF2B5EF4-FFF2-40B4-BE49-F238E27FC236}">
                <a16:creationId xmlns:a16="http://schemas.microsoft.com/office/drawing/2014/main" id="{BC47C4F2-A5E7-B7C4-42D3-E7FD277499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0848" y="2774950"/>
            <a:ext cx="1712328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 Demodulator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 out</a:t>
            </a:r>
          </a:p>
        </p:txBody>
      </p:sp>
      <p:sp>
        <p:nvSpPr>
          <p:cNvPr id="50" name="Text Box 42">
            <a:extLst>
              <a:ext uri="{FF2B5EF4-FFF2-40B4-BE49-F238E27FC236}">
                <a16:creationId xmlns:a16="http://schemas.microsoft.com/office/drawing/2014/main" id="{27CBD16B-EECB-02DF-BB38-52CC569063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1414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cxnSp>
        <p:nvCxnSpPr>
          <p:cNvPr id="2101" name="コネクタ: カギ線 50">
            <a:extLst>
              <a:ext uri="{FF2B5EF4-FFF2-40B4-BE49-F238E27FC236}">
                <a16:creationId xmlns:a16="http://schemas.microsoft.com/office/drawing/2014/main" id="{A0D1B96A-C575-6654-2E62-EC426BC71A4C}"/>
              </a:ext>
            </a:extLst>
          </p:cNvPr>
          <p:cNvCxnSpPr>
            <a:cxnSpLocks noChangeShapeType="1"/>
          </p:cNvCxnSpPr>
          <p:nvPr/>
        </p:nvCxnSpPr>
        <p:spPr bwMode="auto">
          <a:xfrm rot="10800000">
            <a:off x="2338830" y="2979554"/>
            <a:ext cx="3523032" cy="2373988"/>
          </a:xfrm>
          <a:prstGeom prst="bentConnector2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6" name="Text Box 42">
            <a:extLst>
              <a:ext uri="{FF2B5EF4-FFF2-40B4-BE49-F238E27FC236}">
                <a16:creationId xmlns:a16="http://schemas.microsoft.com/office/drawing/2014/main" id="{455DF4D8-8A98-6D06-029A-5219C6E99F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8284" y="4950211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grpSp>
        <p:nvGrpSpPr>
          <p:cNvPr id="13" name="Group 358">
            <a:extLst>
              <a:ext uri="{FF2B5EF4-FFF2-40B4-BE49-F238E27FC236}">
                <a16:creationId xmlns:a16="http://schemas.microsoft.com/office/drawing/2014/main" id="{E3DCABD1-77D9-3A9A-9A27-78087E4B6DEC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8429815" y="2331344"/>
            <a:ext cx="914412" cy="766895"/>
            <a:chOff x="749" y="3427"/>
            <a:chExt cx="576" cy="483"/>
          </a:xfrm>
        </p:grpSpPr>
        <p:grpSp>
          <p:nvGrpSpPr>
            <p:cNvPr id="14" name="Group 347">
              <a:extLst>
                <a:ext uri="{FF2B5EF4-FFF2-40B4-BE49-F238E27FC236}">
                  <a16:creationId xmlns:a16="http://schemas.microsoft.com/office/drawing/2014/main" id="{027D30BB-0DF5-4B36-0D7D-9A94966D2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" y="3506"/>
              <a:ext cx="461" cy="404"/>
              <a:chOff x="1152" y="3679"/>
              <a:chExt cx="461" cy="404"/>
            </a:xfrm>
          </p:grpSpPr>
          <p:sp>
            <p:nvSpPr>
              <p:cNvPr id="16" name="Oval 339">
                <a:extLst>
                  <a:ext uri="{FF2B5EF4-FFF2-40B4-BE49-F238E27FC236}">
                    <a16:creationId xmlns:a16="http://schemas.microsoft.com/office/drawing/2014/main" id="{88DB8611-84F2-6C35-0863-59E5A45E35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18" name="Line 341">
                <a:extLst>
                  <a:ext uri="{FF2B5EF4-FFF2-40B4-BE49-F238E27FC236}">
                    <a16:creationId xmlns:a16="http://schemas.microsoft.com/office/drawing/2014/main" id="{742010F3-639F-AA94-AD01-29D7634D7E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210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" name="Text Box 346">
                <a:extLst>
                  <a:ext uri="{FF2B5EF4-FFF2-40B4-BE49-F238E27FC236}">
                    <a16:creationId xmlns:a16="http://schemas.microsoft.com/office/drawing/2014/main" id="{A6908122-7104-8A72-3BB5-9660893B4FD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sp>
          <p:nvSpPr>
            <p:cNvPr id="15" name="Freeform 357">
              <a:extLst>
                <a:ext uri="{FF2B5EF4-FFF2-40B4-BE49-F238E27FC236}">
                  <a16:creationId xmlns:a16="http://schemas.microsoft.com/office/drawing/2014/main" id="{589DF578-9618-7359-F2AF-2D37BFDA45E6}"/>
                </a:ext>
              </a:extLst>
            </p:cNvPr>
            <p:cNvSpPr>
              <a:spLocks/>
            </p:cNvSpPr>
            <p:nvPr/>
          </p:nvSpPr>
          <p:spPr bwMode="auto">
            <a:xfrm>
              <a:off x="749" y="3427"/>
              <a:ext cx="576" cy="288"/>
            </a:xfrm>
            <a:custGeom>
              <a:avLst/>
              <a:gdLst>
                <a:gd name="T0" fmla="*/ 0 w 576"/>
                <a:gd name="T1" fmla="*/ 288 h 288"/>
                <a:gd name="T2" fmla="*/ 288 w 576"/>
                <a:gd name="T3" fmla="*/ 0 h 288"/>
                <a:gd name="T4" fmla="*/ 576 w 576"/>
                <a:gd name="T5" fmla="*/ 288 h 288"/>
                <a:gd name="T6" fmla="*/ 0 w 576"/>
                <a:gd name="T7" fmla="*/ 288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</p:grp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4DAF3127-15CF-4F9B-13D8-4D2C447FF8CC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162925" y="3373049"/>
            <a:ext cx="1188695" cy="277080"/>
          </a:xfrm>
          <a:prstGeom prst="bentConnector3">
            <a:avLst>
              <a:gd name="adj1" fmla="val -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7" name="Text Box 42">
            <a:extLst>
              <a:ext uri="{FF2B5EF4-FFF2-40B4-BE49-F238E27FC236}">
                <a16:creationId xmlns:a16="http://schemas.microsoft.com/office/drawing/2014/main" id="{B872ABB1-D91E-FDF5-1353-F81982C504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7021" y="3867590"/>
            <a:ext cx="696024" cy="2769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</p:txBody>
      </p:sp>
      <p:sp>
        <p:nvSpPr>
          <p:cNvPr id="11" name="Oval 813">
            <a:extLst>
              <a:ext uri="{FF2B5EF4-FFF2-40B4-BE49-F238E27FC236}">
                <a16:creationId xmlns:a16="http://schemas.microsoft.com/office/drawing/2014/main" id="{AB725DDB-A117-5F58-F097-037757844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2269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DD4378F7-9B46-4335-A45F-BCB21FD8F185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997948" y="877250"/>
            <a:ext cx="3500" cy="3462781"/>
          </a:xfrm>
          <a:prstGeom prst="bentConnector4">
            <a:avLst>
              <a:gd name="adj1" fmla="val 32173343"/>
              <a:gd name="adj2" fmla="val 94450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Freeform 229">
            <a:extLst>
              <a:ext uri="{FF2B5EF4-FFF2-40B4-BE49-F238E27FC236}">
                <a16:creationId xmlns:a16="http://schemas.microsoft.com/office/drawing/2014/main" id="{089A74CB-9A53-D80A-F9CB-8EE398C3EE67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3" name="コネクタ: カギ線 52">
            <a:extLst>
              <a:ext uri="{FF2B5EF4-FFF2-40B4-BE49-F238E27FC236}">
                <a16:creationId xmlns:a16="http://schemas.microsoft.com/office/drawing/2014/main" id="{4457EDA3-60BB-032C-FEFF-9DC75E82EA08}"/>
              </a:ext>
            </a:extLst>
          </p:cNvPr>
          <p:cNvCxnSpPr>
            <a:cxnSpLocks noChangeShapeType="1"/>
            <a:stCxn id="2093" idx="1"/>
          </p:cNvCxnSpPr>
          <p:nvPr/>
        </p:nvCxnSpPr>
        <p:spPr bwMode="auto">
          <a:xfrm rot="16200000" flipV="1">
            <a:off x="3567737" y="1664159"/>
            <a:ext cx="1317681" cy="573814"/>
          </a:xfrm>
          <a:prstGeom prst="bentConnector3">
            <a:avLst>
              <a:gd name="adj1" fmla="val 101837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4" name="Freeform 229">
            <a:extLst>
              <a:ext uri="{FF2B5EF4-FFF2-40B4-BE49-F238E27FC236}">
                <a16:creationId xmlns:a16="http://schemas.microsoft.com/office/drawing/2014/main" id="{1AB68D92-A553-44B3-637F-DCC2739A554B}"/>
              </a:ext>
            </a:extLst>
          </p:cNvPr>
          <p:cNvSpPr>
            <a:spLocks/>
          </p:cNvSpPr>
          <p:nvPr/>
        </p:nvSpPr>
        <p:spPr bwMode="auto">
          <a:xfrm>
            <a:off x="6846558" y="3947577"/>
            <a:ext cx="1799790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n-US" altLang="ja-JP" sz="1200" dirty="0"/>
              <a:t>CEN_FREQ_CUR</a:t>
            </a:r>
            <a:endParaRPr lang="ja-JP" altLang="en-US" sz="1200" dirty="0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F90AA086-8CC1-F72C-FB68-67D7362FF6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1689" y="4249250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Center Frequency</a:t>
            </a:r>
          </a:p>
        </p:txBody>
      </p:sp>
      <p:sp>
        <p:nvSpPr>
          <p:cNvPr id="28" name="Freeform 229">
            <a:extLst>
              <a:ext uri="{FF2B5EF4-FFF2-40B4-BE49-F238E27FC236}">
                <a16:creationId xmlns:a16="http://schemas.microsoft.com/office/drawing/2014/main" id="{6650C0A2-0AD8-2F19-8D94-A1CEE5533266}"/>
              </a:ext>
            </a:extLst>
          </p:cNvPr>
          <p:cNvSpPr>
            <a:spLocks/>
          </p:cNvSpPr>
          <p:nvPr/>
        </p:nvSpPr>
        <p:spPr bwMode="auto">
          <a:xfrm>
            <a:off x="6531700" y="3225948"/>
            <a:ext cx="1449701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altLang="ja-JP" sz="1200" dirty="0"/>
              <a:t>KVCO_ADJ_CUR</a:t>
            </a:r>
            <a:endParaRPr lang="ja-JP" altLang="en-US" sz="1200" dirty="0"/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096271B9-DC61-8A27-2F4F-FFA108F2DB8F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7736261" y="3041399"/>
            <a:ext cx="549188" cy="124501"/>
          </a:xfrm>
          <a:prstGeom prst="bentConnector3">
            <a:avLst>
              <a:gd name="adj1" fmla="val 926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 Box 42">
            <a:extLst>
              <a:ext uri="{FF2B5EF4-FFF2-40B4-BE49-F238E27FC236}">
                <a16:creationId xmlns:a16="http://schemas.microsoft.com/office/drawing/2014/main" id="{038D35B5-24A2-9379-3CEC-A30AD449E7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353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CA6E1838-8CD4-2C49-C8F1-C753875D7833}"/>
              </a:ext>
            </a:extLst>
          </p:cNvPr>
          <p:cNvGrpSpPr/>
          <p:nvPr/>
        </p:nvGrpSpPr>
        <p:grpSpPr>
          <a:xfrm>
            <a:off x="1517725" y="3996798"/>
            <a:ext cx="655930" cy="731638"/>
            <a:chOff x="1517725" y="4005264"/>
            <a:chExt cx="655930" cy="731638"/>
          </a:xfrm>
        </p:grpSpPr>
        <p:sp>
          <p:nvSpPr>
            <p:cNvPr id="2095" name="Rectangle 485">
              <a:extLst>
                <a:ext uri="{FF2B5EF4-FFF2-40B4-BE49-F238E27FC236}">
                  <a16:creationId xmlns:a16="http://schemas.microsoft.com/office/drawing/2014/main" id="{14EC6344-6AB2-E6FF-2881-C6FDF47D20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7725" y="4005264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b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600" b="1" dirty="0">
                  <a:ea typeface="ＭＳ Ｐゴシック" panose="020B0600070205080204" pitchFamily="50" charset="-128"/>
                </a:rPr>
                <a:t>BPF</a:t>
              </a:r>
              <a:endParaRPr lang="en-US" altLang="en-US" sz="1600" b="1" dirty="0"/>
            </a:p>
          </p:txBody>
        </p: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BB0B7188-BB57-8013-6D9A-23B70F4564A7}"/>
                </a:ext>
              </a:extLst>
            </p:cNvPr>
            <p:cNvGrpSpPr/>
            <p:nvPr/>
          </p:nvGrpSpPr>
          <p:grpSpPr>
            <a:xfrm>
              <a:off x="1627864" y="4132035"/>
              <a:ext cx="435653" cy="244162"/>
              <a:chOff x="1611241" y="4174365"/>
              <a:chExt cx="435653" cy="244162"/>
            </a:xfrm>
          </p:grpSpPr>
          <p:cxnSp>
            <p:nvCxnSpPr>
              <p:cNvPr id="19" name="直線コネクタ 18">
                <a:extLst>
                  <a:ext uri="{FF2B5EF4-FFF2-40B4-BE49-F238E27FC236}">
                    <a16:creationId xmlns:a16="http://schemas.microsoft.com/office/drawing/2014/main" id="{E0EFEC8C-932F-F7CC-8833-D0C1EBB4B23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7928" y="4174365"/>
                <a:ext cx="95494" cy="244162"/>
              </a:xfrm>
              <a:prstGeom prst="line">
                <a:avLst/>
              </a:prstGeom>
              <a:ln w="22225"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コネクタ 37">
                <a:extLst>
                  <a:ext uri="{FF2B5EF4-FFF2-40B4-BE49-F238E27FC236}">
                    <a16:creationId xmlns:a16="http://schemas.microsoft.com/office/drawing/2014/main" id="{AE62FCC9-E06E-35FA-8243-B6D429E5DF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66011" y="4174365"/>
                <a:ext cx="95494" cy="244162"/>
              </a:xfrm>
              <a:prstGeom prst="line">
                <a:avLst/>
              </a:prstGeom>
              <a:ln w="22225"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線コネクタ 38">
                <a:extLst>
                  <a:ext uri="{FF2B5EF4-FFF2-40B4-BE49-F238E27FC236}">
                    <a16:creationId xmlns:a16="http://schemas.microsoft.com/office/drawing/2014/main" id="{2267E9FE-D3C7-2ADA-13E7-6F2AC6EFE8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88110" y="4174365"/>
                <a:ext cx="86921" cy="0"/>
              </a:xfrm>
              <a:prstGeom prst="line">
                <a:avLst/>
              </a:prstGeom>
              <a:ln w="22225"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線コネクタ 41">
                <a:extLst>
                  <a:ext uri="{FF2B5EF4-FFF2-40B4-BE49-F238E27FC236}">
                    <a16:creationId xmlns:a16="http://schemas.microsoft.com/office/drawing/2014/main" id="{FC4F106E-A474-6465-5D3F-400E9F354BF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59973" y="4418527"/>
                <a:ext cx="86921" cy="0"/>
              </a:xfrm>
              <a:prstGeom prst="line">
                <a:avLst/>
              </a:prstGeom>
              <a:ln w="22225"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線コネクタ 42">
                <a:extLst>
                  <a:ext uri="{FF2B5EF4-FFF2-40B4-BE49-F238E27FC236}">
                    <a16:creationId xmlns:a16="http://schemas.microsoft.com/office/drawing/2014/main" id="{9171D8B5-EB37-7E58-6048-ACAB6822AB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11241" y="4418527"/>
                <a:ext cx="86921" cy="0"/>
              </a:xfrm>
              <a:prstGeom prst="line">
                <a:avLst/>
              </a:prstGeom>
              <a:ln w="22225"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4988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02579838-756A-2434-9886-069A9309A9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0690991"/>
              </p:ext>
            </p:extLst>
          </p:nvPr>
        </p:nvGraphicFramePr>
        <p:xfrm>
          <a:off x="300039" y="1484313"/>
          <a:ext cx="10413797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953">
                  <a:extLst>
                    <a:ext uri="{9D8B030D-6E8A-4147-A177-3AD203B41FA5}">
                      <a16:colId xmlns:a16="http://schemas.microsoft.com/office/drawing/2014/main" val="54991912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98475569"/>
                    </a:ext>
                  </a:extLst>
                </a:gridCol>
                <a:gridCol w="4335780">
                  <a:extLst>
                    <a:ext uri="{9D8B030D-6E8A-4147-A177-3AD203B41FA5}">
                      <a16:colId xmlns:a16="http://schemas.microsoft.com/office/drawing/2014/main" val="1908493959"/>
                    </a:ext>
                  </a:extLst>
                </a:gridCol>
                <a:gridCol w="3874884">
                  <a:extLst>
                    <a:ext uri="{9D8B030D-6E8A-4147-A177-3AD203B41FA5}">
                      <a16:colId xmlns:a16="http://schemas.microsoft.com/office/drawing/2014/main" val="463317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Date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Event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Track Details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04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Team Formation Deadline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874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Project Proposal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449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July 3</a:t>
                      </a:r>
                    </a:p>
                  </a:txBody>
                  <a:tcPr marL="82550" marR="82550" marT="38100" marB="381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Schematic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33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July 10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(blocks) 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80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July 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607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READiness</a:t>
                      </a:r>
                      <a:r>
                        <a:rPr kumimoji="1" lang="en-US" altLang="ja-JP" dirty="0"/>
                        <a:t> Check &amp; Go/No-go Decision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230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14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(blocks)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3995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21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922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Aug.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Verification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49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Chip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3614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Submission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875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Upload of Chip Test Results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89124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520C28A6-7F70-A87A-A4B0-8781D2B3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BB472B-6A9E-44B2-131C-35D72B6AD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81098"/>
      </p:ext>
    </p:extLst>
  </p:cSld>
  <p:clrMapOvr>
    <a:masterClrMapping/>
  </p:clrMapOvr>
</p:sld>
</file>

<file path=ppt/theme/theme1.xml><?xml version="1.0" encoding="utf-8"?>
<a:theme xmlns:a="http://schemas.openxmlformats.org/drawingml/2006/main" name="ST PowerPoint Template 16x9">
  <a:themeElements>
    <a:clrScheme name="ST2024">
      <a:dk1>
        <a:srgbClr val="03234B"/>
      </a:dk1>
      <a:lt1>
        <a:srgbClr val="FFFFFF"/>
      </a:lt1>
      <a:dk2>
        <a:srgbClr val="525A63"/>
      </a:dk2>
      <a:lt2>
        <a:srgbClr val="EEEFF1"/>
      </a:lt2>
      <a:accent1>
        <a:srgbClr val="03234B"/>
      </a:accent1>
      <a:accent2>
        <a:srgbClr val="E6007E"/>
      </a:accent2>
      <a:accent3>
        <a:srgbClr val="3CB4E6"/>
      </a:accent3>
      <a:accent4>
        <a:srgbClr val="FFD200"/>
      </a:accent4>
      <a:accent5>
        <a:srgbClr val="49B170"/>
      </a:accent5>
      <a:accent6>
        <a:srgbClr val="04572F"/>
      </a:accent6>
      <a:hlink>
        <a:srgbClr val="3CB4E6"/>
      </a:hlink>
      <a:folHlink>
        <a:srgbClr val="8191A5"/>
      </a:folHlink>
    </a:clrScheme>
    <a:fontScheme name="ST BRAND 2019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buClr>
            <a:schemeClr val="bg1"/>
          </a:buClr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2225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T_Template [16-9].potx" id="{1D6C4797-0390-488F-934B-6361D727849A}" vid="{E0CC9EDB-CDC5-4C80-AA9A-B10AD2A9AA1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4018</TotalTime>
  <Words>1096</Words>
  <Application>Microsoft Office PowerPoint</Application>
  <PresentationFormat>ワイド画面</PresentationFormat>
  <Paragraphs>366</Paragraphs>
  <Slides>22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7" baseType="lpstr">
      <vt:lpstr>ＭＳ Ｐゴシック</vt:lpstr>
      <vt:lpstr>游ゴシック</vt:lpstr>
      <vt:lpstr>Arial</vt:lpstr>
      <vt:lpstr>Times New Roman</vt:lpstr>
      <vt:lpstr>ST PowerPoint Template 16x9</vt:lpstr>
      <vt:lpstr>General purpose PLL 2026  July 4</vt:lpstr>
      <vt:lpstr>Agenda</vt:lpstr>
      <vt:lpstr>Design objective</vt:lpstr>
      <vt:lpstr>System overview</vt:lpstr>
      <vt:lpstr>Specification</vt:lpstr>
      <vt:lpstr>Block diagram - Clock multiplier mode</vt:lpstr>
      <vt:lpstr>Schematic summary - PFD</vt:lpstr>
      <vt:lpstr>Schematic summary – Charge pump</vt:lpstr>
      <vt:lpstr>Schematic summary – Loop filter</vt:lpstr>
      <vt:lpstr>Schematic summary – Buffer</vt:lpstr>
      <vt:lpstr>Schematic summary – LPF</vt:lpstr>
      <vt:lpstr>Schematic summary – VCO</vt:lpstr>
      <vt:lpstr>Schematic summary – current source</vt:lpstr>
      <vt:lpstr>Circuit design - VCO</vt:lpstr>
      <vt:lpstr>Circuit design – PFD</vt:lpstr>
      <vt:lpstr>Circuit design - OPAMP</vt:lpstr>
      <vt:lpstr>Circuit design – Beta multiplier reference</vt:lpstr>
      <vt:lpstr>Layout  (T.B.D)</vt:lpstr>
      <vt:lpstr>Evaluation - VCO</vt:lpstr>
      <vt:lpstr>Evaluation - OPAMP</vt:lpstr>
      <vt:lpstr>Application block diagram – FM radio</vt:lpstr>
      <vt:lpstr>Schedule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豊 小谷</dc:creator>
  <cp:lastModifiedBy>豊 小谷</cp:lastModifiedBy>
  <cp:revision>152</cp:revision>
  <dcterms:created xsi:type="dcterms:W3CDTF">2026-04-28T12:50:12Z</dcterms:created>
  <dcterms:modified xsi:type="dcterms:W3CDTF">2026-07-03T23:49:52Z</dcterms:modified>
</cp:coreProperties>
</file>