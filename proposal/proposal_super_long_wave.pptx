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1" r:id="rId2"/>
    <p:sldId id="262" r:id="rId3"/>
    <p:sldId id="273" r:id="rId4"/>
    <p:sldId id="289" r:id="rId5"/>
    <p:sldId id="277" r:id="rId6"/>
    <p:sldId id="275" r:id="rId7"/>
    <p:sldId id="286" r:id="rId8"/>
    <p:sldId id="278" r:id="rId9"/>
    <p:sldId id="283" r:id="rId10"/>
    <p:sldId id="290" r:id="rId11"/>
    <p:sldId id="291" r:id="rId12"/>
    <p:sldId id="280" r:id="rId13"/>
    <p:sldId id="282" r:id="rId14"/>
    <p:sldId id="284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474F2-30E5-4C01-A5DB-AB2E1E9AFD69}" v="123" dt="2026-05-10T03:08:55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8" autoAdjust="0"/>
    <p:restoredTop sz="83767" autoAdjust="0"/>
  </p:normalViewPr>
  <p:slideViewPr>
    <p:cSldViewPr snapToGrid="0">
      <p:cViewPr varScale="1">
        <p:scale>
          <a:sx n="69" d="100"/>
          <a:sy n="69" d="100"/>
        </p:scale>
        <p:origin x="30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53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豊 小谷" userId="3605ec3106b20ed8" providerId="LiveId" clId="{05627680-9581-44A8-A355-DE20D011879F}"/>
    <pc:docChg chg="undo redo custSel addSld delSld modSld">
      <pc:chgData name="豊 小谷" userId="3605ec3106b20ed8" providerId="LiveId" clId="{05627680-9581-44A8-A355-DE20D011879F}" dt="2026-05-10T07:10:27.330" v="3354"/>
      <pc:docMkLst>
        <pc:docMk/>
      </pc:docMkLst>
      <pc:sldChg chg="addSp delSp modSp mod modNotesTx">
        <pc:chgData name="豊 小谷" userId="3605ec3106b20ed8" providerId="LiveId" clId="{05627680-9581-44A8-A355-DE20D011879F}" dt="2026-05-10T00:37:57.283" v="694" actId="20577"/>
        <pc:sldMkLst>
          <pc:docMk/>
          <pc:sldMk cId="2881290642" sldId="261"/>
        </pc:sldMkLst>
        <pc:spChg chg="mod">
          <ac:chgData name="豊 小谷" userId="3605ec3106b20ed8" providerId="LiveId" clId="{05627680-9581-44A8-A355-DE20D011879F}" dt="2026-05-09T13:36:22.684" v="227" actId="20577"/>
          <ac:spMkLst>
            <pc:docMk/>
            <pc:sldMk cId="2881290642" sldId="261"/>
            <ac:spMk id="2" creationId="{C961F07B-F036-AEB6-9E15-27930A70B3E5}"/>
          </ac:spMkLst>
        </pc:spChg>
        <pc:spChg chg="mod">
          <ac:chgData name="豊 小谷" userId="3605ec3106b20ed8" providerId="LiveId" clId="{05627680-9581-44A8-A355-DE20D011879F}" dt="2026-05-10T00:37:14.046" v="693" actId="20577"/>
          <ac:spMkLst>
            <pc:docMk/>
            <pc:sldMk cId="2881290642" sldId="261"/>
            <ac:spMk id="3" creationId="{CAAA61F1-4BA6-C457-E76C-FDF43B4E3183}"/>
          </ac:spMkLst>
        </pc:spChg>
        <pc:spChg chg="add del mod">
          <ac:chgData name="豊 小谷" userId="3605ec3106b20ed8" providerId="LiveId" clId="{05627680-9581-44A8-A355-DE20D011879F}" dt="2026-05-10T00:33:30.001" v="640" actId="478"/>
          <ac:spMkLst>
            <pc:docMk/>
            <pc:sldMk cId="2881290642" sldId="261"/>
            <ac:spMk id="8" creationId="{1E6CB9B6-F7E3-0808-7516-D0FCA01007A8}"/>
          </ac:spMkLst>
        </pc:spChg>
        <pc:spChg chg="add del mod">
          <ac:chgData name="豊 小谷" userId="3605ec3106b20ed8" providerId="LiveId" clId="{05627680-9581-44A8-A355-DE20D011879F}" dt="2026-05-10T00:34:04.588" v="653" actId="478"/>
          <ac:spMkLst>
            <pc:docMk/>
            <pc:sldMk cId="2881290642" sldId="261"/>
            <ac:spMk id="10" creationId="{F59A90D8-CD7B-4015-8B3F-7C4E26C729DB}"/>
          </ac:spMkLst>
        </pc:spChg>
        <pc:picChg chg="add mod ord">
          <ac:chgData name="豊 小谷" userId="3605ec3106b20ed8" providerId="LiveId" clId="{05627680-9581-44A8-A355-DE20D011879F}" dt="2026-05-10T00:34:01.217" v="652" actId="1076"/>
          <ac:picMkLst>
            <pc:docMk/>
            <pc:sldMk cId="2881290642" sldId="261"/>
            <ac:picMk id="5" creationId="{207F96F6-0283-E961-5C37-89F47AF70B71}"/>
          </ac:picMkLst>
        </pc:picChg>
        <pc:picChg chg="add del">
          <ac:chgData name="豊 小谷" userId="3605ec3106b20ed8" providerId="LiveId" clId="{05627680-9581-44A8-A355-DE20D011879F}" dt="2026-05-10T00:33:32.182" v="642" actId="478"/>
          <ac:picMkLst>
            <pc:docMk/>
            <pc:sldMk cId="2881290642" sldId="261"/>
            <ac:picMk id="6" creationId="{C56D6767-C031-3C4E-D767-9D8E0D58CB76}"/>
          </ac:picMkLst>
        </pc:picChg>
      </pc:sldChg>
      <pc:sldChg chg="modSp mod">
        <pc:chgData name="豊 小谷" userId="3605ec3106b20ed8" providerId="LiveId" clId="{05627680-9581-44A8-A355-DE20D011879F}" dt="2026-05-10T02:02:41.097" v="1978" actId="20577"/>
        <pc:sldMkLst>
          <pc:docMk/>
          <pc:sldMk cId="2309114694" sldId="262"/>
        </pc:sldMkLst>
        <pc:spChg chg="mod">
          <ac:chgData name="豊 小谷" userId="3605ec3106b20ed8" providerId="LiveId" clId="{05627680-9581-44A8-A355-DE20D011879F}" dt="2026-05-09T13:07:18.274" v="7" actId="6549"/>
          <ac:spMkLst>
            <pc:docMk/>
            <pc:sldMk cId="2309114694" sldId="262"/>
            <ac:spMk id="3" creationId="{883423FF-E49C-B2EE-4962-A433D3110ED9}"/>
          </ac:spMkLst>
        </pc:spChg>
        <pc:spChg chg="mod">
          <ac:chgData name="豊 小谷" userId="3605ec3106b20ed8" providerId="LiveId" clId="{05627680-9581-44A8-A355-DE20D011879F}" dt="2026-05-09T13:08:28.510" v="84" actId="20577"/>
          <ac:spMkLst>
            <pc:docMk/>
            <pc:sldMk cId="2309114694" sldId="262"/>
            <ac:spMk id="4" creationId="{8A85FD3F-980E-B6B5-6FCA-451483397AAC}"/>
          </ac:spMkLst>
        </pc:spChg>
        <pc:spChg chg="mod">
          <ac:chgData name="豊 小谷" userId="3605ec3106b20ed8" providerId="LiveId" clId="{05627680-9581-44A8-A355-DE20D011879F}" dt="2026-05-09T13:08:39.984" v="102" actId="20577"/>
          <ac:spMkLst>
            <pc:docMk/>
            <pc:sldMk cId="2309114694" sldId="262"/>
            <ac:spMk id="6" creationId="{80D2A1DE-0977-E1FF-8CFD-0E698975501A}"/>
          </ac:spMkLst>
        </pc:spChg>
        <pc:spChg chg="mod">
          <ac:chgData name="豊 小谷" userId="3605ec3106b20ed8" providerId="LiveId" clId="{05627680-9581-44A8-A355-DE20D011879F}" dt="2026-05-09T13:35:46.942" v="207" actId="20577"/>
          <ac:spMkLst>
            <pc:docMk/>
            <pc:sldMk cId="2309114694" sldId="262"/>
            <ac:spMk id="8" creationId="{DE90BF70-22FF-F34D-9AA1-3E94C476D2F9}"/>
          </ac:spMkLst>
        </pc:spChg>
        <pc:spChg chg="mod">
          <ac:chgData name="豊 小谷" userId="3605ec3106b20ed8" providerId="LiveId" clId="{05627680-9581-44A8-A355-DE20D011879F}" dt="2026-05-09T13:09:01.287" v="139" actId="20577"/>
          <ac:spMkLst>
            <pc:docMk/>
            <pc:sldMk cId="2309114694" sldId="262"/>
            <ac:spMk id="10" creationId="{AD869DF4-B32D-B21F-47C9-8F34FA8AA9DB}"/>
          </ac:spMkLst>
        </pc:spChg>
        <pc:spChg chg="mod">
          <ac:chgData name="豊 小谷" userId="3605ec3106b20ed8" providerId="LiveId" clId="{05627680-9581-44A8-A355-DE20D011879F}" dt="2026-05-09T13:09:24.709" v="155" actId="20577"/>
          <ac:spMkLst>
            <pc:docMk/>
            <pc:sldMk cId="2309114694" sldId="262"/>
            <ac:spMk id="12" creationId="{E6EC81BC-899D-85F0-DFA8-DFC657B90422}"/>
          </ac:spMkLst>
        </pc:spChg>
        <pc:spChg chg="mod">
          <ac:chgData name="豊 小谷" userId="3605ec3106b20ed8" providerId="LiveId" clId="{05627680-9581-44A8-A355-DE20D011879F}" dt="2026-05-10T02:01:53.704" v="1960" actId="20577"/>
          <ac:spMkLst>
            <pc:docMk/>
            <pc:sldMk cId="2309114694" sldId="262"/>
            <ac:spMk id="14" creationId="{FC4C707C-8103-E7B0-21AE-CB72D0953796}"/>
          </ac:spMkLst>
        </pc:spChg>
        <pc:spChg chg="mod">
          <ac:chgData name="豊 小谷" userId="3605ec3106b20ed8" providerId="LiveId" clId="{05627680-9581-44A8-A355-DE20D011879F}" dt="2026-05-10T02:02:41.097" v="1978" actId="20577"/>
          <ac:spMkLst>
            <pc:docMk/>
            <pc:sldMk cId="2309114694" sldId="262"/>
            <ac:spMk id="16" creationId="{C289D3E0-4B14-B2AE-C676-1FD6730DF579}"/>
          </ac:spMkLst>
        </pc:spChg>
        <pc:spChg chg="mod">
          <ac:chgData name="豊 小谷" userId="3605ec3106b20ed8" providerId="LiveId" clId="{05627680-9581-44A8-A355-DE20D011879F}" dt="2026-05-09T13:09:48.677" v="175" actId="20577"/>
          <ac:spMkLst>
            <pc:docMk/>
            <pc:sldMk cId="2309114694" sldId="262"/>
            <ac:spMk id="18" creationId="{7BFD0AE3-3330-41FB-0921-382A1FF2F4D9}"/>
          </ac:spMkLst>
        </pc:spChg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609382087" sldId="263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819418187" sldId="264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572870471" sldId="265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117397941" sldId="267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2564216696" sldId="268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2965481433" sldId="269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902547287" sldId="270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824370888" sldId="271"/>
        </pc:sldMkLst>
      </pc:sldChg>
      <pc:sldChg chg="modSp add del mod">
        <pc:chgData name="豊 小谷" userId="3605ec3106b20ed8" providerId="LiveId" clId="{05627680-9581-44A8-A355-DE20D011879F}" dt="2026-05-10T00:43:00.567" v="711" actId="47"/>
        <pc:sldMkLst>
          <pc:docMk/>
          <pc:sldMk cId="3636556012" sldId="272"/>
        </pc:sldMkLst>
        <pc:spChg chg="mod">
          <ac:chgData name="豊 小谷" userId="3605ec3106b20ed8" providerId="LiveId" clId="{05627680-9581-44A8-A355-DE20D011879F}" dt="2026-05-09T13:46:01.931" v="559" actId="20577"/>
          <ac:spMkLst>
            <pc:docMk/>
            <pc:sldMk cId="3636556012" sldId="272"/>
            <ac:spMk id="3" creationId="{2E53B8E0-A696-33C1-E457-8A286C0EC7CB}"/>
          </ac:spMkLst>
        </pc:spChg>
        <pc:spChg chg="mod">
          <ac:chgData name="豊 小谷" userId="3605ec3106b20ed8" providerId="LiveId" clId="{05627680-9581-44A8-A355-DE20D011879F}" dt="2026-05-09T13:37:59.565" v="238" actId="20577"/>
          <ac:spMkLst>
            <pc:docMk/>
            <pc:sldMk cId="3636556012" sldId="272"/>
            <ac:spMk id="4" creationId="{BDB553F6-57AB-8AD1-A6A7-513588D611DD}"/>
          </ac:spMkLst>
        </pc:spChg>
        <pc:spChg chg="mod">
          <ac:chgData name="豊 小谷" userId="3605ec3106b20ed8" providerId="LiveId" clId="{05627680-9581-44A8-A355-DE20D011879F}" dt="2026-05-09T13:39:28.537" v="258" actId="6549"/>
          <ac:spMkLst>
            <pc:docMk/>
            <pc:sldMk cId="3636556012" sldId="272"/>
            <ac:spMk id="5" creationId="{1BCC78E3-3EE2-4EC4-DF56-B22066B422F7}"/>
          </ac:spMkLst>
        </pc:spChg>
        <pc:spChg chg="mod">
          <ac:chgData name="豊 小谷" userId="3605ec3106b20ed8" providerId="LiveId" clId="{05627680-9581-44A8-A355-DE20D011879F}" dt="2026-05-09T13:39:42.041" v="281" actId="20577"/>
          <ac:spMkLst>
            <pc:docMk/>
            <pc:sldMk cId="3636556012" sldId="272"/>
            <ac:spMk id="6" creationId="{08FAE60A-63F2-3F94-46A8-F4A0A6CFB392}"/>
          </ac:spMkLst>
        </pc:spChg>
        <pc:spChg chg="mod">
          <ac:chgData name="豊 小谷" userId="3605ec3106b20ed8" providerId="LiveId" clId="{05627680-9581-44A8-A355-DE20D011879F}" dt="2026-05-09T13:40:12.127" v="306" actId="108"/>
          <ac:spMkLst>
            <pc:docMk/>
            <pc:sldMk cId="3636556012" sldId="272"/>
            <ac:spMk id="9" creationId="{995CA84D-05A9-5371-2DAC-60411012539E}"/>
          </ac:spMkLst>
        </pc:spChg>
        <pc:spChg chg="mod">
          <ac:chgData name="豊 小谷" userId="3605ec3106b20ed8" providerId="LiveId" clId="{05627680-9581-44A8-A355-DE20D011879F}" dt="2026-05-09T13:41:13.146" v="332" actId="20577"/>
          <ac:spMkLst>
            <pc:docMk/>
            <pc:sldMk cId="3636556012" sldId="272"/>
            <ac:spMk id="10" creationId="{5AD8D492-7BF5-62FB-D4E6-72176D82E1E7}"/>
          </ac:spMkLst>
        </pc:spChg>
        <pc:spChg chg="mod">
          <ac:chgData name="豊 小谷" userId="3605ec3106b20ed8" providerId="LiveId" clId="{05627680-9581-44A8-A355-DE20D011879F}" dt="2026-05-09T13:39:47.783" v="292" actId="20577"/>
          <ac:spMkLst>
            <pc:docMk/>
            <pc:sldMk cId="3636556012" sldId="272"/>
            <ac:spMk id="11" creationId="{A2F2194C-D24F-A36C-98D1-6829B46E771E}"/>
          </ac:spMkLst>
        </pc:spChg>
        <pc:spChg chg="mod">
          <ac:chgData name="豊 小谷" userId="3605ec3106b20ed8" providerId="LiveId" clId="{05627680-9581-44A8-A355-DE20D011879F}" dt="2026-05-09T13:39:54.393" v="305" actId="20577"/>
          <ac:spMkLst>
            <pc:docMk/>
            <pc:sldMk cId="3636556012" sldId="272"/>
            <ac:spMk id="12" creationId="{3D8884EC-6048-A141-0808-9A62E444E86F}"/>
          </ac:spMkLst>
        </pc:spChg>
        <pc:spChg chg="mod">
          <ac:chgData name="豊 小谷" userId="3605ec3106b20ed8" providerId="LiveId" clId="{05627680-9581-44A8-A355-DE20D011879F}" dt="2026-05-09T13:39:38.275" v="278" actId="20577"/>
          <ac:spMkLst>
            <pc:docMk/>
            <pc:sldMk cId="3636556012" sldId="272"/>
            <ac:spMk id="13" creationId="{68A6B11E-C9D4-B425-F33E-0AA06A7C0173}"/>
          </ac:spMkLst>
        </pc:spChg>
        <pc:spChg chg="mod">
          <ac:chgData name="豊 小谷" userId="3605ec3106b20ed8" providerId="LiveId" clId="{05627680-9581-44A8-A355-DE20D011879F}" dt="2026-05-09T13:39:16.283" v="246" actId="20577"/>
          <ac:spMkLst>
            <pc:docMk/>
            <pc:sldMk cId="3636556012" sldId="272"/>
            <ac:spMk id="48" creationId="{3690B298-41B7-60D9-1FD8-C85EB45AE69B}"/>
          </ac:spMkLst>
        </pc:spChg>
        <pc:spChg chg="mod">
          <ac:chgData name="豊 小谷" userId="3605ec3106b20ed8" providerId="LiveId" clId="{05627680-9581-44A8-A355-DE20D011879F}" dt="2026-05-09T13:39:25.398" v="256" actId="20577"/>
          <ac:spMkLst>
            <pc:docMk/>
            <pc:sldMk cId="3636556012" sldId="272"/>
            <ac:spMk id="50" creationId="{8B0922BA-3FBA-B448-060A-5F74158E9A38}"/>
          </ac:spMkLst>
        </pc:spChg>
      </pc:sldChg>
      <pc:sldChg chg="addSp delSp modSp new del mod">
        <pc:chgData name="豊 小谷" userId="3605ec3106b20ed8" providerId="LiveId" clId="{05627680-9581-44A8-A355-DE20D011879F}" dt="2026-05-10T00:34:22.912" v="654" actId="47"/>
        <pc:sldMkLst>
          <pc:docMk/>
          <pc:sldMk cId="1403887647" sldId="273"/>
        </pc:sldMkLst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5" creationId="{724CA040-A07D-9B77-BFD5-A8BBE9548ACC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6" creationId="{F28ECF64-A42E-06F7-C0CB-78BB976D9205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7" creationId="{CA999A02-FB81-E494-A9F2-A41A6F2E1118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8" creationId="{A83034F7-C797-D7EE-37D0-9097F09CF80A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9" creationId="{5E6A7265-99B5-4678-3FDB-A902C455682E}"/>
          </ac:spMkLst>
        </pc:spChg>
        <pc:grpChg chg="add mod">
          <ac:chgData name="豊 小谷" userId="3605ec3106b20ed8" providerId="LiveId" clId="{05627680-9581-44A8-A355-DE20D011879F}" dt="2026-05-10T00:22:37.632" v="631" actId="164"/>
          <ac:grpSpMkLst>
            <pc:docMk/>
            <pc:sldMk cId="1403887647" sldId="273"/>
            <ac:grpSpMk id="16" creationId="{D2509243-A3CC-CFDA-02DC-080824F652AA}"/>
          </ac:grpSpMkLst>
        </pc:grpChg>
        <pc:picChg chg="add mod">
          <ac:chgData name="豊 小谷" userId="3605ec3106b20ed8" providerId="LiveId" clId="{05627680-9581-44A8-A355-DE20D011879F}" dt="2026-05-10T00:20:57.806" v="607" actId="1076"/>
          <ac:picMkLst>
            <pc:docMk/>
            <pc:sldMk cId="1403887647" sldId="273"/>
            <ac:picMk id="4" creationId="{D780843B-DAFC-B836-850D-D06EDD617DCE}"/>
          </ac:picMkLst>
        </pc:picChg>
        <pc:cxnChg chg="add mod">
          <ac:chgData name="豊 小谷" userId="3605ec3106b20ed8" providerId="LiveId" clId="{05627680-9581-44A8-A355-DE20D011879F}" dt="2026-05-10T00:22:37.632" v="631" actId="164"/>
          <ac:cxnSpMkLst>
            <pc:docMk/>
            <pc:sldMk cId="1403887647" sldId="273"/>
            <ac:cxnSpMk id="11" creationId="{98339D3C-8FA7-024E-5273-9B3018C82EDA}"/>
          </ac:cxnSpMkLst>
        </pc:cxnChg>
        <pc:cxnChg chg="add mod">
          <ac:chgData name="豊 小谷" userId="3605ec3106b20ed8" providerId="LiveId" clId="{05627680-9581-44A8-A355-DE20D011879F}" dt="2026-05-10T00:22:37.632" v="631" actId="164"/>
          <ac:cxnSpMkLst>
            <pc:docMk/>
            <pc:sldMk cId="1403887647" sldId="273"/>
            <ac:cxnSpMk id="12" creationId="{913011C3-33F7-9575-FBD9-5980749A909C}"/>
          </ac:cxnSpMkLst>
        </pc:cxnChg>
        <pc:cxnChg chg="add del mod">
          <ac:chgData name="豊 小谷" userId="3605ec3106b20ed8" providerId="LiveId" clId="{05627680-9581-44A8-A355-DE20D011879F}" dt="2026-05-10T00:23:02.561" v="636" actId="478"/>
          <ac:cxnSpMkLst>
            <pc:docMk/>
            <pc:sldMk cId="1403887647" sldId="273"/>
            <ac:cxnSpMk id="18" creationId="{11710934-5181-4DCA-10CC-CF2F4252BF07}"/>
          </ac:cxnSpMkLst>
        </pc:cxnChg>
      </pc:sldChg>
      <pc:sldChg chg="addSp delSp modSp add mod">
        <pc:chgData name="豊 小谷" userId="3605ec3106b20ed8" providerId="LiveId" clId="{05627680-9581-44A8-A355-DE20D011879F}" dt="2026-05-10T02:57:39.098" v="2967" actId="20577"/>
        <pc:sldMkLst>
          <pc:docMk/>
          <pc:sldMk cId="1976520110" sldId="273"/>
        </pc:sldMkLst>
        <pc:spChg chg="mod">
          <ac:chgData name="豊 小谷" userId="3605ec3106b20ed8" providerId="LiveId" clId="{05627680-9581-44A8-A355-DE20D011879F}" dt="2026-05-10T02:57:39.098" v="2967" actId="20577"/>
          <ac:spMkLst>
            <pc:docMk/>
            <pc:sldMk cId="1976520110" sldId="273"/>
            <ac:spMk id="3" creationId="{270F0B80-2F68-04B7-BED2-1E3CB8B97606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5" creationId="{B9C9A329-1E0F-1809-099C-0ABF5EB7C300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6" creationId="{E4B2F23D-2729-0C3E-224A-48C57C7922BE}"/>
          </ac:spMkLst>
        </pc:spChg>
        <pc:spChg chg="mod topLvl">
          <ac:chgData name="豊 小谷" userId="3605ec3106b20ed8" providerId="LiveId" clId="{05627680-9581-44A8-A355-DE20D011879F}" dt="2026-05-10T01:52:45.872" v="1867" actId="164"/>
          <ac:spMkLst>
            <pc:docMk/>
            <pc:sldMk cId="1976520110" sldId="273"/>
            <ac:spMk id="7" creationId="{5C231CA1-68F8-1CC7-479C-9E3F46BF0222}"/>
          </ac:spMkLst>
        </pc:spChg>
        <pc:spChg chg="mod topLvl">
          <ac:chgData name="豊 小谷" userId="3605ec3106b20ed8" providerId="LiveId" clId="{05627680-9581-44A8-A355-DE20D011879F}" dt="2026-05-10T01:52:02.461" v="1838" actId="165"/>
          <ac:spMkLst>
            <pc:docMk/>
            <pc:sldMk cId="1976520110" sldId="273"/>
            <ac:spMk id="8" creationId="{F63D841C-B540-62DB-3FC8-DCA442A63658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9" creationId="{4036B152-A2C0-471C-03E4-670628769B80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0" creationId="{1B133EF2-5652-10C7-C8D9-F3C0A0DFDC92}"/>
          </ac:spMkLst>
        </pc:spChg>
        <pc:spChg chg="mod topLvl">
          <ac:chgData name="豊 小谷" userId="3605ec3106b20ed8" providerId="LiveId" clId="{05627680-9581-44A8-A355-DE20D011879F}" dt="2026-05-10T01:52:02.461" v="1838" actId="165"/>
          <ac:spMkLst>
            <pc:docMk/>
            <pc:sldMk cId="1976520110" sldId="273"/>
            <ac:spMk id="11" creationId="{240BA82F-C4E9-8362-79A3-D76081C69AFC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2" creationId="{1D5F9D42-7396-1EC9-5C4B-10555362418A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3" creationId="{976B84E9-6250-D8B6-BF75-C91300816F13}"/>
          </ac:spMkLst>
        </pc:spChg>
        <pc:spChg chg="add del">
          <ac:chgData name="豊 小谷" userId="3605ec3106b20ed8" providerId="LiveId" clId="{05627680-9581-44A8-A355-DE20D011879F}" dt="2026-05-10T00:54:40.298" v="872" actId="22"/>
          <ac:spMkLst>
            <pc:docMk/>
            <pc:sldMk cId="1976520110" sldId="273"/>
            <ac:spMk id="16" creationId="{16D56809-A61A-D314-2255-AB57AC1EA6BD}"/>
          </ac:spMkLst>
        </pc:spChg>
        <pc:spChg chg="add del">
          <ac:chgData name="豊 小谷" userId="3605ec3106b20ed8" providerId="LiveId" clId="{05627680-9581-44A8-A355-DE20D011879F}" dt="2026-05-10T00:54:41.895" v="874" actId="22"/>
          <ac:spMkLst>
            <pc:docMk/>
            <pc:sldMk cId="1976520110" sldId="273"/>
            <ac:spMk id="19" creationId="{D4A9CBC6-C6E3-2710-912B-7E22352BEB73}"/>
          </ac:spMkLst>
        </pc:spChg>
        <pc:spChg chg="mod">
          <ac:chgData name="豊 小谷" userId="3605ec3106b20ed8" providerId="LiveId" clId="{05627680-9581-44A8-A355-DE20D011879F}" dt="2026-05-10T01:54:52.504" v="1909" actId="164"/>
          <ac:spMkLst>
            <pc:docMk/>
            <pc:sldMk cId="1976520110" sldId="273"/>
            <ac:spMk id="48" creationId="{23D5B0C3-EA72-E575-7EC3-241D237E703E}"/>
          </ac:spMkLst>
        </pc:spChg>
        <pc:spChg chg="mod topLvl">
          <ac:chgData name="豊 小谷" userId="3605ec3106b20ed8" providerId="LiveId" clId="{05627680-9581-44A8-A355-DE20D011879F}" dt="2026-05-10T01:54:32.911" v="1905" actId="1076"/>
          <ac:spMkLst>
            <pc:docMk/>
            <pc:sldMk cId="1976520110" sldId="273"/>
            <ac:spMk id="50" creationId="{8662A64E-62BD-50A7-B4D7-5681D3B948E1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6" creationId="{77235730-C10D-5B4E-ED56-8ED62F05CDD4}"/>
          </ac:spMkLst>
        </pc:spChg>
        <pc:spChg chg="mod topLvl">
          <ac:chgData name="豊 小谷" userId="3605ec3106b20ed8" providerId="LiveId" clId="{05627680-9581-44A8-A355-DE20D011879F}" dt="2026-05-10T01:32:36.978" v="1633" actId="20577"/>
          <ac:spMkLst>
            <pc:docMk/>
            <pc:sldMk cId="1976520110" sldId="273"/>
            <ac:spMk id="67" creationId="{6999D317-0808-04EC-F0D0-A0009AC9AD4F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8" creationId="{85BEBE53-C7B4-373E-CDDD-5CFAC7ED2456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9" creationId="{9AFBD6A1-1DC1-0935-2FE0-4A40A1B53D52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0" creationId="{C599360C-4935-7570-6A2E-DA87AD9BAE0E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1" creationId="{631776F6-DC3A-5DA7-D6DF-868763DE8F3B}"/>
          </ac:spMkLst>
        </pc:spChg>
        <pc:spChg chg="mod topLvl">
          <ac:chgData name="豊 小谷" userId="3605ec3106b20ed8" providerId="LiveId" clId="{05627680-9581-44A8-A355-DE20D011879F}" dt="2026-05-10T01:29:46.572" v="1528" actId="571"/>
          <ac:spMkLst>
            <pc:docMk/>
            <pc:sldMk cId="1976520110" sldId="273"/>
            <ac:spMk id="73" creationId="{E627D2AC-CB09-E49D-0463-48DD9CB1A459}"/>
          </ac:spMkLst>
        </pc:spChg>
        <pc:spChg chg="del mod topLvl">
          <ac:chgData name="豊 小谷" userId="3605ec3106b20ed8" providerId="LiveId" clId="{05627680-9581-44A8-A355-DE20D011879F}" dt="2026-05-10T01:20:55.498" v="1442" actId="478"/>
          <ac:spMkLst>
            <pc:docMk/>
            <pc:sldMk cId="1976520110" sldId="273"/>
            <ac:spMk id="74" creationId="{AC89F1EC-A984-89D2-65AE-90D3679A29ED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8" creationId="{7F6259F8-E100-CBA1-1672-7D84D4951BC6}"/>
          </ac:spMkLst>
        </pc:spChg>
        <pc:spChg chg="add del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9" creationId="{774BBEB8-CE0A-DDBE-B671-372BF1E4672B}"/>
          </ac:spMkLst>
        </pc:spChg>
        <pc:spChg chg="add mod">
          <ac:chgData name="豊 小谷" userId="3605ec3106b20ed8" providerId="LiveId" clId="{05627680-9581-44A8-A355-DE20D011879F}" dt="2026-05-10T01:38:30.885" v="1682" actId="20577"/>
          <ac:spMkLst>
            <pc:docMk/>
            <pc:sldMk cId="1976520110" sldId="273"/>
            <ac:spMk id="85" creationId="{D28AC3AE-40B1-FD22-90FC-9D1B6A3DCB7E}"/>
          </ac:spMkLst>
        </pc:spChg>
        <pc:spChg chg="add mod">
          <ac:chgData name="豊 小谷" userId="3605ec3106b20ed8" providerId="LiveId" clId="{05627680-9581-44A8-A355-DE20D011879F}" dt="2026-05-10T01:32:26.472" v="1627" actId="20577"/>
          <ac:spMkLst>
            <pc:docMk/>
            <pc:sldMk cId="1976520110" sldId="273"/>
            <ac:spMk id="93" creationId="{A7005717-B78B-444E-CE52-06F97028211E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99" creationId="{A2520F0C-BAE6-7596-B23E-026E289D1BE2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126" creationId="{B1DCCA3E-734A-D8EB-4E67-52A180C3ABC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29" creationId="{C824FCE1-C8E9-C0E7-8D60-FD46C6038CC2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1" creationId="{57612BD8-C24C-57B1-7F79-E29524D4009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2" creationId="{ECAA2021-9A6C-1C58-5C72-55A1FC5475F0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4" creationId="{5604A7E4-970B-6131-AB2B-D4BA78B53B8C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5" creationId="{F0EBDCDB-A6DF-FDC4-4368-BB666B3B25E4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6" creationId="{3DF6D5FF-037F-0310-A5A1-74F6B3C393CE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3" creationId="{5F84C5E8-BCA0-338E-A6AF-95D876DD315D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5" creationId="{1C8371A0-0896-725E-74FB-7744026C583D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6" creationId="{2E33F436-491A-BF38-00F2-E7C20C5EE76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51" creationId="{C20C3BBD-421C-968E-B022-0D36BACFF6EA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155" creationId="{E86B9204-E0BF-D575-5636-BFB5C288B3A2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60" creationId="{49DDC134-FAD1-C737-BBEE-7793C26034BA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76" creationId="{6333F0E6-DB5E-4EBA-B471-C6AFAB898038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77" creationId="{2C2CB439-72C8-C613-168B-F2202D41AA5F}"/>
          </ac:spMkLst>
        </pc:spChg>
        <pc:spChg chg="add mod">
          <ac:chgData name="豊 小谷" userId="3605ec3106b20ed8" providerId="LiveId" clId="{05627680-9581-44A8-A355-DE20D011879F}" dt="2026-05-10T01:55:00.546" v="1910" actId="164"/>
          <ac:spMkLst>
            <pc:docMk/>
            <pc:sldMk cId="1976520110" sldId="273"/>
            <ac:spMk id="191" creationId="{27BC560B-2C8B-5D39-7EAB-DAB6D6589673}"/>
          </ac:spMkLst>
        </pc:spChg>
        <pc:spChg chg="add mod">
          <ac:chgData name="豊 小谷" userId="3605ec3106b20ed8" providerId="LiveId" clId="{05627680-9581-44A8-A355-DE20D011879F}" dt="2026-05-10T01:54:44.082" v="1908" actId="20577"/>
          <ac:spMkLst>
            <pc:docMk/>
            <pc:sldMk cId="1976520110" sldId="273"/>
            <ac:spMk id="194" creationId="{B186E26D-6E91-7DD9-4638-05C1A2014DD1}"/>
          </ac:spMkLst>
        </pc:spChg>
        <pc:grpChg chg="mod">
          <ac:chgData name="豊 小谷" userId="3605ec3106b20ed8" providerId="LiveId" clId="{05627680-9581-44A8-A355-DE20D011879F}" dt="2026-05-10T01:15:53.926" v="1362" actId="1076"/>
          <ac:grpSpMkLst>
            <pc:docMk/>
            <pc:sldMk cId="1976520110" sldId="273"/>
            <ac:grpSpMk id="51" creationId="{21A0FED9-2F88-9E95-C71A-4D47679D2198}"/>
          </ac:grpSpMkLst>
        </pc:grpChg>
        <pc:grpChg chg="mod">
          <ac:chgData name="豊 小谷" userId="3605ec3106b20ed8" providerId="LiveId" clId="{05627680-9581-44A8-A355-DE20D011879F}" dt="2026-05-10T01:19:17.245" v="1411" actId="1076"/>
          <ac:grpSpMkLst>
            <pc:docMk/>
            <pc:sldMk cId="1976520110" sldId="273"/>
            <ac:grpSpMk id="64" creationId="{08FCC91A-938F-80D7-3BF8-6A0248812A23}"/>
          </ac:grpSpMkLst>
        </pc:grpChg>
        <pc:grpChg chg="mod">
          <ac:chgData name="豊 小谷" userId="3605ec3106b20ed8" providerId="LiveId" clId="{05627680-9581-44A8-A355-DE20D011879F}" dt="2026-05-10T01:19:44.291" v="1413" actId="1076"/>
          <ac:grpSpMkLst>
            <pc:docMk/>
            <pc:sldMk cId="1976520110" sldId="273"/>
            <ac:grpSpMk id="65" creationId="{53E95F9B-31C9-2BA3-A8E5-EE836D9AE629}"/>
          </ac:grpSpMkLst>
        </pc:grpChg>
        <pc:grpChg chg="mod">
          <ac:chgData name="豊 小谷" userId="3605ec3106b20ed8" providerId="LiveId" clId="{05627680-9581-44A8-A355-DE20D011879F}" dt="2026-05-10T01:45:40.465" v="1741" actId="164"/>
          <ac:grpSpMkLst>
            <pc:docMk/>
            <pc:sldMk cId="1976520110" sldId="273"/>
            <ac:grpSpMk id="106" creationId="{EB1915D8-6E36-BDC7-69D1-B4D0C10500EE}"/>
          </ac:grpSpMkLst>
        </pc:grpChg>
        <pc:grpChg chg="mod">
          <ac:chgData name="豊 小谷" userId="3605ec3106b20ed8" providerId="LiveId" clId="{05627680-9581-44A8-A355-DE20D011879F}" dt="2026-05-10T01:27:05.145" v="1520" actId="1076"/>
          <ac:grpSpMkLst>
            <pc:docMk/>
            <pc:sldMk cId="1976520110" sldId="273"/>
            <ac:grpSpMk id="122" creationId="{35B5271A-8B8E-49FA-C2C0-6635D7198383}"/>
          </ac:grpSpMkLst>
        </pc:grpChg>
        <pc:grpChg chg="add mod">
          <ac:chgData name="豊 小谷" userId="3605ec3106b20ed8" providerId="LiveId" clId="{05627680-9581-44A8-A355-DE20D011879F}" dt="2026-05-10T01:45:40.465" v="1741" actId="164"/>
          <ac:grpSpMkLst>
            <pc:docMk/>
            <pc:sldMk cId="1976520110" sldId="273"/>
            <ac:grpSpMk id="188" creationId="{B8146647-DF66-5EBA-4C18-FA0C2E495ECC}"/>
          </ac:grpSpMkLst>
        </pc:grpChg>
        <pc:grpChg chg="mod">
          <ac:chgData name="豊 小谷" userId="3605ec3106b20ed8" providerId="LiveId" clId="{05627680-9581-44A8-A355-DE20D011879F}" dt="2026-05-10T01:55:00.546" v="1910" actId="164"/>
          <ac:grpSpMkLst>
            <pc:docMk/>
            <pc:sldMk cId="1976520110" sldId="273"/>
            <ac:grpSpMk id="189" creationId="{D3289EAD-7393-016A-BEEF-0BECD6429CC9}"/>
          </ac:grpSpMkLst>
        </pc:grpChg>
        <pc:grpChg chg="mod">
          <ac:chgData name="豊 小谷" userId="3605ec3106b20ed8" providerId="LiveId" clId="{05627680-9581-44A8-A355-DE20D011879F}" dt="2026-05-10T01:54:52.504" v="1909" actId="164"/>
          <ac:grpSpMkLst>
            <pc:docMk/>
            <pc:sldMk cId="1976520110" sldId="273"/>
            <ac:grpSpMk id="190" creationId="{9BC7EA2C-1341-5085-C7AC-2169C6FCB83E}"/>
          </ac:grpSpMkLst>
        </pc:grpChg>
        <pc:grpChg chg="add mod">
          <ac:chgData name="豊 小谷" userId="3605ec3106b20ed8" providerId="LiveId" clId="{05627680-9581-44A8-A355-DE20D011879F}" dt="2026-05-10T01:54:52.504" v="1909" actId="164"/>
          <ac:grpSpMkLst>
            <pc:docMk/>
            <pc:sldMk cId="1976520110" sldId="273"/>
            <ac:grpSpMk id="195" creationId="{DAD10B46-1394-3427-8021-AB60E3D3BCDE}"/>
          </ac:grpSpMkLst>
        </pc:grpChg>
        <pc:grpChg chg="add mod">
          <ac:chgData name="豊 小谷" userId="3605ec3106b20ed8" providerId="LiveId" clId="{05627680-9581-44A8-A355-DE20D011879F}" dt="2026-05-10T01:55:00.546" v="1910" actId="164"/>
          <ac:grpSpMkLst>
            <pc:docMk/>
            <pc:sldMk cId="1976520110" sldId="273"/>
            <ac:grpSpMk id="196" creationId="{C1C81244-4621-B1E2-651B-A7EDCF0CFFFD}"/>
          </ac:grpSpMkLst>
        </pc:grpChg>
        <pc:cxnChg chg="mod">
          <ac:chgData name="豊 小谷" userId="3605ec3106b20ed8" providerId="LiveId" clId="{05627680-9581-44A8-A355-DE20D011879F}" dt="2026-05-10T01:17:33.230" v="1380" actId="12788"/>
          <ac:cxnSpMkLst>
            <pc:docMk/>
            <pc:sldMk cId="1976520110" sldId="273"/>
            <ac:cxnSpMk id="15" creationId="{3D663EC1-D4A8-F8D4-CC6B-2B4F7E7E1665}"/>
          </ac:cxnSpMkLst>
        </pc:cxnChg>
        <pc:cxnChg chg="mod">
          <ac:chgData name="豊 小谷" userId="3605ec3106b20ed8" providerId="LiveId" clId="{05627680-9581-44A8-A355-DE20D011879F}" dt="2026-05-10T01:16:49.488" v="1368" actId="12788"/>
          <ac:cxnSpMkLst>
            <pc:docMk/>
            <pc:sldMk cId="1976520110" sldId="273"/>
            <ac:cxnSpMk id="17" creationId="{D1F407D7-2383-A11B-207F-24352F0E5C6A}"/>
          </ac:cxnSpMkLst>
        </pc:cxnChg>
        <pc:cxnChg chg="del mod">
          <ac:chgData name="豊 小谷" userId="3605ec3106b20ed8" providerId="LiveId" clId="{05627680-9581-44A8-A355-DE20D011879F}" dt="2026-05-10T01:17:47.034" v="1387" actId="478"/>
          <ac:cxnSpMkLst>
            <pc:docMk/>
            <pc:sldMk cId="1976520110" sldId="273"/>
            <ac:cxnSpMk id="21" creationId="{599227BA-C2DE-8F91-6A5E-3F1F95BCECE6}"/>
          </ac:cxnSpMkLst>
        </pc:cxnChg>
        <pc:cxnChg chg="mod">
          <ac:chgData name="豊 小谷" userId="3605ec3106b20ed8" providerId="LiveId" clId="{05627680-9581-44A8-A355-DE20D011879F}" dt="2026-05-10T01:44:45.327" v="1735" actId="14100"/>
          <ac:cxnSpMkLst>
            <pc:docMk/>
            <pc:sldMk cId="1976520110" sldId="273"/>
            <ac:cxnSpMk id="22" creationId="{81021C49-ECCF-BDB8-953A-82490EAF7702}"/>
          </ac:cxnSpMkLst>
        </pc:cxnChg>
        <pc:cxnChg chg="del mod">
          <ac:chgData name="豊 小谷" userId="3605ec3106b20ed8" providerId="LiveId" clId="{05627680-9581-44A8-A355-DE20D011879F}" dt="2026-05-10T01:17:38.003" v="1382" actId="478"/>
          <ac:cxnSpMkLst>
            <pc:docMk/>
            <pc:sldMk cId="1976520110" sldId="273"/>
            <ac:cxnSpMk id="25" creationId="{90140B35-2E8E-B0D4-1AF8-6FE9A57D7AEB}"/>
          </ac:cxnSpMkLst>
        </pc:cxnChg>
        <pc:cxnChg chg="del mod">
          <ac:chgData name="豊 小谷" userId="3605ec3106b20ed8" providerId="LiveId" clId="{05627680-9581-44A8-A355-DE20D011879F}" dt="2026-05-10T01:18:09.838" v="1393" actId="478"/>
          <ac:cxnSpMkLst>
            <pc:docMk/>
            <pc:sldMk cId="1976520110" sldId="273"/>
            <ac:cxnSpMk id="31" creationId="{EB8BDA0A-5D61-9387-CA41-2F5C36363C2D}"/>
          </ac:cxnSpMkLst>
        </pc:cxnChg>
        <pc:cxnChg chg="del mod">
          <ac:chgData name="豊 小谷" userId="3605ec3106b20ed8" providerId="LiveId" clId="{05627680-9581-44A8-A355-DE20D011879F}" dt="2026-05-10T01:18:17.460" v="1397" actId="478"/>
          <ac:cxnSpMkLst>
            <pc:docMk/>
            <pc:sldMk cId="1976520110" sldId="273"/>
            <ac:cxnSpMk id="42" creationId="{E4CC7713-925B-E48D-B371-F1858DA6B517}"/>
          </ac:cxnSpMkLst>
        </pc:cxnChg>
        <pc:cxnChg chg="add mod">
          <ac:chgData name="豊 小谷" userId="3605ec3106b20ed8" providerId="LiveId" clId="{05627680-9581-44A8-A355-DE20D011879F}" dt="2026-05-10T01:44:49.408" v="1736" actId="14100"/>
          <ac:cxnSpMkLst>
            <pc:docMk/>
            <pc:sldMk cId="1976520110" sldId="273"/>
            <ac:cxnSpMk id="43" creationId="{39AE72BE-8B47-FAD4-AA22-D1CD74AD5904}"/>
          </ac:cxnSpMkLst>
        </pc:cxnChg>
        <pc:cxnChg chg="add mod">
          <ac:chgData name="豊 小谷" userId="3605ec3106b20ed8" providerId="LiveId" clId="{05627680-9581-44A8-A355-DE20D011879F}" dt="2026-05-10T01:36:07.347" v="1667" actId="1076"/>
          <ac:cxnSpMkLst>
            <pc:docMk/>
            <pc:sldMk cId="1976520110" sldId="273"/>
            <ac:cxnSpMk id="47" creationId="{72F09EF5-302C-8EA9-A285-E01A648B8921}"/>
          </ac:cxnSpMkLst>
        </pc:cxnChg>
        <pc:cxnChg chg="add mod">
          <ac:chgData name="豊 小谷" userId="3605ec3106b20ed8" providerId="LiveId" clId="{05627680-9581-44A8-A355-DE20D011879F}" dt="2026-05-10T01:18:39.241" v="1403" actId="1076"/>
          <ac:cxnSpMkLst>
            <pc:docMk/>
            <pc:sldMk cId="1976520110" sldId="273"/>
            <ac:cxnSpMk id="55" creationId="{C0725C30-592D-7548-C5A0-7A4A4EC430D4}"/>
          </ac:cxnSpMkLst>
        </pc:cxnChg>
        <pc:cxnChg chg="add del mod">
          <ac:chgData name="豊 小谷" userId="3605ec3106b20ed8" providerId="LiveId" clId="{05627680-9581-44A8-A355-DE20D011879F}" dt="2026-05-10T01:35:15.906" v="1659" actId="478"/>
          <ac:cxnSpMkLst>
            <pc:docMk/>
            <pc:sldMk cId="1976520110" sldId="273"/>
            <ac:cxnSpMk id="58" creationId="{7E846828-DFC8-4114-764E-38E2243B96BE}"/>
          </ac:cxnSpMkLst>
        </pc:cxnChg>
        <pc:cxnChg chg="del mod">
          <ac:chgData name="豊 小谷" userId="3605ec3106b20ed8" providerId="LiveId" clId="{05627680-9581-44A8-A355-DE20D011879F}" dt="2026-05-10T01:21:25.974" v="1445" actId="478"/>
          <ac:cxnSpMkLst>
            <pc:docMk/>
            <pc:sldMk cId="1976520110" sldId="273"/>
            <ac:cxnSpMk id="77" creationId="{6EBC4BF0-5FF8-C8FB-25C7-225B1A712970}"/>
          </ac:cxnSpMkLst>
        </pc:cxnChg>
        <pc:cxnChg chg="del mod">
          <ac:chgData name="豊 小谷" userId="3605ec3106b20ed8" providerId="LiveId" clId="{05627680-9581-44A8-A355-DE20D011879F}" dt="2026-05-10T01:21:42.174" v="1448" actId="478"/>
          <ac:cxnSpMkLst>
            <pc:docMk/>
            <pc:sldMk cId="1976520110" sldId="273"/>
            <ac:cxnSpMk id="80" creationId="{7F06017F-FF5C-A144-FDC2-29E5F1B83E61}"/>
          </ac:cxnSpMkLst>
        </pc:cxnChg>
        <pc:cxnChg chg="del mod">
          <ac:chgData name="豊 小谷" userId="3605ec3106b20ed8" providerId="LiveId" clId="{05627680-9581-44A8-A355-DE20D011879F}" dt="2026-05-10T01:22:37.964" v="1462" actId="478"/>
          <ac:cxnSpMkLst>
            <pc:docMk/>
            <pc:sldMk cId="1976520110" sldId="273"/>
            <ac:cxnSpMk id="81" creationId="{DC574BFE-2A60-2B44-D3B6-E7E0A1283996}"/>
          </ac:cxnSpMkLst>
        </pc:cxnChg>
        <pc:cxnChg chg="mod">
          <ac:chgData name="豊 小谷" userId="3605ec3106b20ed8" providerId="LiveId" clId="{05627680-9581-44A8-A355-DE20D011879F}" dt="2026-05-10T01:41:16.743" v="1711" actId="14100"/>
          <ac:cxnSpMkLst>
            <pc:docMk/>
            <pc:sldMk cId="1976520110" sldId="273"/>
            <ac:cxnSpMk id="82" creationId="{781BB6DB-CBB4-9AD1-0272-655FF719A1F7}"/>
          </ac:cxnSpMkLst>
        </pc:cxnChg>
        <pc:cxnChg chg="mod">
          <ac:chgData name="豊 小谷" userId="3605ec3106b20ed8" providerId="LiveId" clId="{05627680-9581-44A8-A355-DE20D011879F}" dt="2026-05-10T01:26:28.766" v="1506" actId="14100"/>
          <ac:cxnSpMkLst>
            <pc:docMk/>
            <pc:sldMk cId="1976520110" sldId="273"/>
            <ac:cxnSpMk id="83" creationId="{44E7FC6E-723B-9E51-6FDC-E179CD05FD4B}"/>
          </ac:cxnSpMkLst>
        </pc:cxnChg>
        <pc:cxnChg chg="add mod">
          <ac:chgData name="豊 小谷" userId="3605ec3106b20ed8" providerId="LiveId" clId="{05627680-9581-44A8-A355-DE20D011879F}" dt="2026-05-10T01:29:21.813" v="1524" actId="14100"/>
          <ac:cxnSpMkLst>
            <pc:docMk/>
            <pc:sldMk cId="1976520110" sldId="273"/>
            <ac:cxnSpMk id="87" creationId="{4B55828E-7814-5910-A78A-7A16989A7EAA}"/>
          </ac:cxnSpMkLst>
        </pc:cxnChg>
        <pc:cxnChg chg="add del mod">
          <ac:chgData name="豊 小谷" userId="3605ec3106b20ed8" providerId="LiveId" clId="{05627680-9581-44A8-A355-DE20D011879F}" dt="2026-05-10T01:24:42.144" v="1487" actId="478"/>
          <ac:cxnSpMkLst>
            <pc:docMk/>
            <pc:sldMk cId="1976520110" sldId="273"/>
            <ac:cxnSpMk id="88" creationId="{53B0731E-046C-1073-590B-D66E0DD076D3}"/>
          </ac:cxnSpMkLst>
        </pc:cxnChg>
        <pc:cxnChg chg="mod">
          <ac:chgData name="豊 小谷" userId="3605ec3106b20ed8" providerId="LiveId" clId="{05627680-9581-44A8-A355-DE20D011879F}" dt="2026-05-10T01:23:28.358" v="1478" actId="14100"/>
          <ac:cxnSpMkLst>
            <pc:docMk/>
            <pc:sldMk cId="1976520110" sldId="273"/>
            <ac:cxnSpMk id="100" creationId="{5068E267-9B81-308E-8185-0A80F6744BF0}"/>
          </ac:cxnSpMkLst>
        </pc:cxnChg>
        <pc:cxnChg chg="add mod">
          <ac:chgData name="豊 小谷" userId="3605ec3106b20ed8" providerId="LiveId" clId="{05627680-9581-44A8-A355-DE20D011879F}" dt="2026-05-10T01:23:41.362" v="1482" actId="14100"/>
          <ac:cxnSpMkLst>
            <pc:docMk/>
            <pc:sldMk cId="1976520110" sldId="273"/>
            <ac:cxnSpMk id="103" creationId="{C6571360-9E86-FE20-CD4C-FE3C48E34D0E}"/>
          </ac:cxnSpMkLst>
        </pc:cxnChg>
        <pc:cxnChg chg="add mod">
          <ac:chgData name="豊 小谷" userId="3605ec3106b20ed8" providerId="LiveId" clId="{05627680-9581-44A8-A355-DE20D011879F}" dt="2026-05-10T01:24:48.160" v="1490" actId="14100"/>
          <ac:cxnSpMkLst>
            <pc:docMk/>
            <pc:sldMk cId="1976520110" sldId="273"/>
            <ac:cxnSpMk id="111" creationId="{0983F902-47F0-DE79-199F-2E2D63ECEA25}"/>
          </ac:cxnSpMkLst>
        </pc:cxnChg>
        <pc:cxnChg chg="add mod">
          <ac:chgData name="豊 小谷" userId="3605ec3106b20ed8" providerId="LiveId" clId="{05627680-9581-44A8-A355-DE20D011879F}" dt="2026-05-10T01:25:07.243" v="1493" actId="14100"/>
          <ac:cxnSpMkLst>
            <pc:docMk/>
            <pc:sldMk cId="1976520110" sldId="273"/>
            <ac:cxnSpMk id="114" creationId="{AA191022-523F-6609-26EA-687D5D64F92E}"/>
          </ac:cxnSpMkLst>
        </pc:cxnChg>
        <pc:cxnChg chg="add mod">
          <ac:chgData name="豊 小谷" userId="3605ec3106b20ed8" providerId="LiveId" clId="{05627680-9581-44A8-A355-DE20D011879F}" dt="2026-05-10T01:26:53.362" v="1518" actId="14100"/>
          <ac:cxnSpMkLst>
            <pc:docMk/>
            <pc:sldMk cId="1976520110" sldId="273"/>
            <ac:cxnSpMk id="119" creationId="{907CA86C-BCAF-CCDA-FB52-42E40DF655B3}"/>
          </ac:cxnSpMkLst>
        </pc:cxnChg>
        <pc:cxnChg chg="mod">
          <ac:chgData name="豊 小谷" userId="3605ec3106b20ed8" providerId="LiveId" clId="{05627680-9581-44A8-A355-DE20D011879F}" dt="2026-05-10T01:29:52.301" v="1530" actId="14100"/>
          <ac:cxnSpMkLst>
            <pc:docMk/>
            <pc:sldMk cId="1976520110" sldId="273"/>
            <ac:cxnSpMk id="152" creationId="{D26082CF-6240-65A8-5CAC-5CC1ADF3784A}"/>
          </ac:cxnSpMkLst>
        </pc:cxnChg>
        <pc:cxnChg chg="mod">
          <ac:chgData name="豊 小谷" userId="3605ec3106b20ed8" providerId="LiveId" clId="{05627680-9581-44A8-A355-DE20D011879F}" dt="2026-05-10T01:36:11.601" v="1669" actId="14100"/>
          <ac:cxnSpMkLst>
            <pc:docMk/>
            <pc:sldMk cId="1976520110" sldId="273"/>
            <ac:cxnSpMk id="162" creationId="{8D0DBBE5-5F12-0A08-BD51-9ED4A724DAA0}"/>
          </ac:cxnSpMkLst>
        </pc:cxnChg>
        <pc:cxnChg chg="add mod">
          <ac:chgData name="豊 小谷" userId="3605ec3106b20ed8" providerId="LiveId" clId="{05627680-9581-44A8-A355-DE20D011879F}" dt="2026-05-10T01:45:40.465" v="1741" actId="164"/>
          <ac:cxnSpMkLst>
            <pc:docMk/>
            <pc:sldMk cId="1976520110" sldId="273"/>
            <ac:cxnSpMk id="169" creationId="{D594D7D7-7BBB-0CFE-6B96-2D187F73D862}"/>
          </ac:cxnSpMkLst>
        </pc:cxnChg>
        <pc:cxnChg chg="add mod">
          <ac:chgData name="豊 小谷" userId="3605ec3106b20ed8" providerId="LiveId" clId="{05627680-9581-44A8-A355-DE20D011879F}" dt="2026-05-10T01:45:40.465" v="1741" actId="164"/>
          <ac:cxnSpMkLst>
            <pc:docMk/>
            <pc:sldMk cId="1976520110" sldId="273"/>
            <ac:cxnSpMk id="178" creationId="{D8D9BCA0-0BCC-4457-F224-12160AF21215}"/>
          </ac:cxnSpMkLst>
        </pc:cxnChg>
        <pc:cxnChg chg="add mod">
          <ac:chgData name="豊 小谷" userId="3605ec3106b20ed8" providerId="LiveId" clId="{05627680-9581-44A8-A355-DE20D011879F}" dt="2026-05-10T01:53:47.682" v="1895" actId="208"/>
          <ac:cxnSpMkLst>
            <pc:docMk/>
            <pc:sldMk cId="1976520110" sldId="273"/>
            <ac:cxnSpMk id="193" creationId="{DD158E4E-BDD1-A7A1-2D11-35D605C31893}"/>
          </ac:cxnSpMkLst>
        </pc:cxnChg>
      </pc:sldChg>
      <pc:sldChg chg="modSp new del mod">
        <pc:chgData name="豊 小谷" userId="3605ec3106b20ed8" providerId="LiveId" clId="{05627680-9581-44A8-A355-DE20D011879F}" dt="2026-05-10T00:55:50.437" v="878" actId="47"/>
        <pc:sldMkLst>
          <pc:docMk/>
          <pc:sldMk cId="3168444917" sldId="274"/>
        </pc:sldMkLst>
        <pc:spChg chg="mod">
          <ac:chgData name="豊 小谷" userId="3605ec3106b20ed8" providerId="LiveId" clId="{05627680-9581-44A8-A355-DE20D011879F}" dt="2026-05-10T00:53:51.538" v="870" actId="20577"/>
          <ac:spMkLst>
            <pc:docMk/>
            <pc:sldMk cId="3168444917" sldId="274"/>
            <ac:spMk id="2" creationId="{F853A7D0-0618-BA5F-86CA-74A9405C1D95}"/>
          </ac:spMkLst>
        </pc:spChg>
      </pc:sldChg>
      <pc:sldChg chg="addSp delSp modSp add mod">
        <pc:chgData name="豊 小谷" userId="3605ec3106b20ed8" providerId="LiveId" clId="{05627680-9581-44A8-A355-DE20D011879F}" dt="2026-05-10T05:20:08.192" v="3268" actId="1076"/>
        <pc:sldMkLst>
          <pc:docMk/>
          <pc:sldMk cId="0" sldId="275"/>
        </pc:sldMkLst>
        <pc:spChg chg="add del">
          <ac:chgData name="豊 小谷" userId="3605ec3106b20ed8" providerId="LiveId" clId="{05627680-9581-44A8-A355-DE20D011879F}" dt="2026-05-10T03:02:18.438" v="2970" actId="22"/>
          <ac:spMkLst>
            <pc:docMk/>
            <pc:sldMk cId="0" sldId="275"/>
            <ac:spMk id="3" creationId="{BD076467-7098-9511-A838-B3E910050F2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4" creationId="{8E17A2C9-8285-541D-A4E7-A6308A77F277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5" creationId="{8A19E09C-0CA2-0DF3-C7C7-71571CAA3691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6" creationId="{CAA16CE6-B060-D4A6-8FA5-E675EAF851DE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7" creationId="{C1D72A0E-E3C0-EDFC-9266-40313D46C589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8" creationId="{E2D8B1D2-AE55-C3F9-D9FA-066B54DF4D3B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9" creationId="{7B8826BA-54FD-E5B5-0104-99B978E012EF}"/>
          </ac:spMkLst>
        </pc:spChg>
        <pc:spChg chg="add mod">
          <ac:chgData name="豊 小谷" userId="3605ec3106b20ed8" providerId="LiveId" clId="{05627680-9581-44A8-A355-DE20D011879F}" dt="2026-05-10T03:05:11.796" v="3019" actId="571"/>
          <ac:spMkLst>
            <pc:docMk/>
            <pc:sldMk cId="0" sldId="275"/>
            <ac:spMk id="11" creationId="{737F32E9-3466-B65B-8CAA-CC85DEB77659}"/>
          </ac:spMkLst>
        </pc:spChg>
        <pc:spChg chg="add 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12" creationId="{5F824482-D486-EF3D-15E4-D9086CC0F781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5" creationId="{08F84CFF-0C17-275B-81BB-6B7722197AFA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16" creationId="{57180DA4-76E2-5B60-8FF2-9735DB668E3A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7" creationId="{2AB5895E-675A-9E25-2458-73DF255539AA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8" creationId="{AB9E3616-7E0B-2C37-DB9F-1DEF18D0039F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9" creationId="{8E32BB5F-7694-7011-E1D4-BDC3DBA74CE6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" creationId="{820823EE-D360-9B5D-F193-F1A52207EAFE}"/>
          </ac:spMkLst>
        </pc:spChg>
        <pc:spChg chg="add del mod">
          <ac:chgData name="豊 小谷" userId="3605ec3106b20ed8" providerId="LiveId" clId="{05627680-9581-44A8-A355-DE20D011879F}" dt="2026-05-10T03:05:56.840" v="3027" actId="478"/>
          <ac:spMkLst>
            <pc:docMk/>
            <pc:sldMk cId="0" sldId="275"/>
            <ac:spMk id="23" creationId="{F23FECB5-9B70-C718-B056-D12CED3D04F7}"/>
          </ac:spMkLst>
        </pc:spChg>
        <pc:spChg chg="add del mod">
          <ac:chgData name="豊 小谷" userId="3605ec3106b20ed8" providerId="LiveId" clId="{05627680-9581-44A8-A355-DE20D011879F}" dt="2026-05-10T03:05:56.840" v="3027" actId="478"/>
          <ac:spMkLst>
            <pc:docMk/>
            <pc:sldMk cId="0" sldId="275"/>
            <ac:spMk id="24" creationId="{A2D1F5C8-71EA-322F-7439-54F196712FC9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7" creationId="{97AC6FBE-19CB-8A7F-485C-8B22C35DC616}"/>
          </ac:spMkLst>
        </pc:spChg>
        <pc:spChg chg="mod">
          <ac:chgData name="豊 小谷" userId="3605ec3106b20ed8" providerId="LiveId" clId="{05627680-9581-44A8-A355-DE20D011879F}" dt="2026-05-10T05:20:08.192" v="3268" actId="1076"/>
          <ac:spMkLst>
            <pc:docMk/>
            <pc:sldMk cId="0" sldId="275"/>
            <ac:spMk id="33" creationId="{92D6ACD3-3E2A-7F51-EF2A-C3EDF595F5D5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35" creationId="{E2A3A6DC-6B87-32A3-5189-5095CBCFB7B8}"/>
          </ac:spMkLst>
        </pc:spChg>
        <pc:spChg chg="add mod">
          <ac:chgData name="豊 小谷" userId="3605ec3106b20ed8" providerId="LiveId" clId="{05627680-9581-44A8-A355-DE20D011879F}" dt="2026-05-10T03:10:51.870" v="3095" actId="1076"/>
          <ac:spMkLst>
            <pc:docMk/>
            <pc:sldMk cId="0" sldId="275"/>
            <ac:spMk id="42" creationId="{2C2E46B2-CA27-EDCD-87A4-257B7CC08B5C}"/>
          </ac:spMkLst>
        </pc:spChg>
        <pc:spChg chg="add mod">
          <ac:chgData name="豊 小谷" userId="3605ec3106b20ed8" providerId="LiveId" clId="{05627680-9581-44A8-A355-DE20D011879F}" dt="2026-05-10T03:11:09.750" v="3099" actId="1076"/>
          <ac:spMkLst>
            <pc:docMk/>
            <pc:sldMk cId="0" sldId="275"/>
            <ac:spMk id="43" creationId="{16152BB4-77AE-C69D-0237-92C57EC9A8A5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48" creationId="{AFAA21A1-C870-C7A7-0E56-6F0B0D3BDBBD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56" creationId="{449C37DB-D00F-54C5-0174-11487EF0D24D}"/>
          </ac:spMkLst>
        </pc:spChg>
        <pc:spChg chg="add 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57" creationId="{9618E49F-DFBA-7A01-0BFC-3704F3884387}"/>
          </ac:spMkLst>
        </pc:spChg>
        <pc:spChg chg="mod">
          <ac:chgData name="豊 小谷" userId="3605ec3106b20ed8" providerId="LiveId" clId="{05627680-9581-44A8-A355-DE20D011879F}" dt="2026-05-10T03:04:33.110" v="3016" actId="165"/>
          <ac:spMkLst>
            <pc:docMk/>
            <pc:sldMk cId="0" sldId="275"/>
            <ac:spMk id="71" creationId="{AB24A54C-B7D1-F82C-E57A-37A6C5F2C3FC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77" creationId="{8596F0C2-7D4E-6B58-1A2B-C1B2771A8F82}"/>
          </ac:spMkLst>
        </pc:spChg>
        <pc:spChg chg="mod">
          <ac:chgData name="豊 小谷" userId="3605ec3106b20ed8" providerId="LiveId" clId="{05627680-9581-44A8-A355-DE20D011879F}" dt="2026-05-10T03:12:29.905" v="3105" actId="1076"/>
          <ac:spMkLst>
            <pc:docMk/>
            <pc:sldMk cId="0" sldId="275"/>
            <ac:spMk id="2050" creationId="{FA44D5BC-A23A-00B0-769D-4F747F86BB05}"/>
          </ac:spMkLst>
        </pc:spChg>
        <pc:spChg chg="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52" creationId="{75B00967-D72D-67E9-36CC-6F8CB1A7F1C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053" creationId="{F68AD9E1-B739-6CD5-CC71-DE9ED93C2A7F}"/>
          </ac:spMkLst>
        </pc:spChg>
        <pc:spChg chg="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62" creationId="{5076CE53-5F56-6B10-70C3-14E3A10324C6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74" creationId="{2BC8B516-12BD-7B7F-1DF4-35156AF6B268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2095" creationId="{1373646D-F928-41D8-4C17-3352898B91E0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2097" creationId="{4A47AA80-D5DA-A595-10FF-10508DB80522}"/>
          </ac:spMkLst>
        </pc:spChg>
        <pc:spChg chg="mod topLvl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02" creationId="{D65DA188-D4F3-004B-81AC-450D87F50E87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104" creationId="{1D596FD9-BAE3-1926-629F-110F6ED83E12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08" creationId="{E423D27E-1D45-5BC3-904F-F8D22915256D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09" creationId="{9FC5059F-67A5-32FE-8C4F-7C015D0E933B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10" creationId="{4D731D38-743D-58DE-3A38-6727EF22E6AD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1" creationId="{B48E7FD4-A4FF-36BA-F904-24C588D353D6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2" creationId="{0C4346CB-AFFE-A19E-FBCB-85266EC3836C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3" creationId="{3B52BEE9-C212-35A0-4A78-BCCA5B2B59CA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19" creationId="{A2FF0125-7B08-69F3-8244-2BD030A00878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29" creationId="{63EB9510-DBD9-D012-3884-B11410C3D85B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2130" creationId="{E8509CD4-CD13-78BF-C074-254B85461009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2131" creationId="{76262B81-9408-6DAF-65DE-6F2F43FC0E6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41" creationId="{7840A8EC-08AE-B446-64E8-D86429E776AA}"/>
          </ac:spMkLst>
        </pc:spChg>
        <pc:grpChg chg="add mod">
          <ac:chgData name="豊 小谷" userId="3605ec3106b20ed8" providerId="LiveId" clId="{05627680-9581-44A8-A355-DE20D011879F}" dt="2026-05-10T03:06:18.590" v="3031" actId="1076"/>
          <ac:grpSpMkLst>
            <pc:docMk/>
            <pc:sldMk cId="0" sldId="275"/>
            <ac:grpSpMk id="13" creationId="{6C100654-9E8A-F35B-451F-4BD6D89B3B13}"/>
          </ac:grpSpMkLst>
        </pc:grpChg>
        <pc:grpChg chg="mod">
          <ac:chgData name="豊 小谷" userId="3605ec3106b20ed8" providerId="LiveId" clId="{05627680-9581-44A8-A355-DE20D011879F}" dt="2026-05-10T03:06:18.590" v="3031" actId="1076"/>
          <ac:grpSpMkLst>
            <pc:docMk/>
            <pc:sldMk cId="0" sldId="275"/>
            <ac:grpSpMk id="14" creationId="{7B3F075F-0EDE-E39E-AF87-54D706145704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072" creationId="{311B4E66-73D2-3815-9EF9-23784637CE6B}"/>
          </ac:grpSpMkLst>
        </pc:grpChg>
        <pc:grpChg chg="mod">
          <ac:chgData name="豊 小谷" userId="3605ec3106b20ed8" providerId="LiveId" clId="{05627680-9581-44A8-A355-DE20D011879F}" dt="2026-05-10T03:05:21.440" v="3021" actId="571"/>
          <ac:grpSpMkLst>
            <pc:docMk/>
            <pc:sldMk cId="0" sldId="275"/>
            <ac:grpSpMk id="2090" creationId="{73098BB0-8345-D347-7707-0A19CDA8CB50}"/>
          </ac:grpSpMkLst>
        </pc:grpChg>
        <pc:grpChg chg="mod">
          <ac:chgData name="豊 小谷" userId="3605ec3106b20ed8" providerId="LiveId" clId="{05627680-9581-44A8-A355-DE20D011879F}" dt="2026-05-10T03:05:21.440" v="3021" actId="571"/>
          <ac:grpSpMkLst>
            <pc:docMk/>
            <pc:sldMk cId="0" sldId="275"/>
            <ac:grpSpMk id="2107" creationId="{FDFBC058-7D32-5602-E12E-81926A681EB4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126" creationId="{D2D7ADBE-7F64-11D3-0E1B-1869A7F67C21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128" creationId="{B9E8D57B-4212-7B1E-63F5-3A21092D18C2}"/>
          </ac:grpSpMkLst>
        </pc:grpChg>
        <pc:cxnChg chg="add mod">
          <ac:chgData name="豊 小谷" userId="3605ec3106b20ed8" providerId="LiveId" clId="{05627680-9581-44A8-A355-DE20D011879F}" dt="2026-05-10T03:06:59.863" v="3046" actId="14100"/>
          <ac:cxnSpMkLst>
            <pc:docMk/>
            <pc:sldMk cId="0" sldId="275"/>
            <ac:cxnSpMk id="28" creationId="{ABEB6015-87BD-95E2-F423-0FF286CA9609}"/>
          </ac:cxnSpMkLst>
        </pc:cxnChg>
        <pc:cxnChg chg="add mod">
          <ac:chgData name="豊 小谷" userId="3605ec3106b20ed8" providerId="LiveId" clId="{05627680-9581-44A8-A355-DE20D011879F}" dt="2026-05-10T03:10:46.234" v="3094" actId="14100"/>
          <ac:cxnSpMkLst>
            <pc:docMk/>
            <pc:sldMk cId="0" sldId="275"/>
            <ac:cxnSpMk id="44" creationId="{AC8BB5DE-C13C-CAC1-E720-96082730F9DE}"/>
          </ac:cxnSpMkLst>
        </pc:cxnChg>
        <pc:cxnChg chg="mod">
          <ac:chgData name="豊 小谷" userId="3605ec3106b20ed8" providerId="LiveId" clId="{05627680-9581-44A8-A355-DE20D011879F}" dt="2026-05-10T03:06:53.243" v="3045" actId="1035"/>
          <ac:cxnSpMkLst>
            <pc:docMk/>
            <pc:sldMk cId="0" sldId="275"/>
            <ac:cxnSpMk id="2096" creationId="{F4CCBFF4-63CC-22CB-5E28-E62187102546}"/>
          </ac:cxnSpMkLst>
        </pc:cxnChg>
      </pc:sldChg>
      <pc:sldChg chg="addSp delSp modSp new del mod">
        <pc:chgData name="豊 小谷" userId="3605ec3106b20ed8" providerId="LiveId" clId="{05627680-9581-44A8-A355-DE20D011879F}" dt="2026-05-10T02:40:24.947" v="2651" actId="47"/>
        <pc:sldMkLst>
          <pc:docMk/>
          <pc:sldMk cId="279379307" sldId="276"/>
        </pc:sldMkLst>
        <pc:spChg chg="add del">
          <ac:chgData name="豊 小谷" userId="3605ec3106b20ed8" providerId="LiveId" clId="{05627680-9581-44A8-A355-DE20D011879F}" dt="2026-05-10T00:56:50.255" v="883" actId="3680"/>
          <ac:spMkLst>
            <pc:docMk/>
            <pc:sldMk cId="279379307" sldId="276"/>
            <ac:spMk id="2" creationId="{1F0C5278-D1AB-F7D7-D7DE-754361D0D561}"/>
          </ac:spMkLst>
        </pc:spChg>
        <pc:spChg chg="mod">
          <ac:chgData name="豊 小谷" userId="3605ec3106b20ed8" providerId="LiveId" clId="{05627680-9581-44A8-A355-DE20D011879F}" dt="2026-05-10T01:49:43.465" v="1836" actId="20577"/>
          <ac:spMkLst>
            <pc:docMk/>
            <pc:sldMk cId="279379307" sldId="276"/>
            <ac:spMk id="3" creationId="{9BA4F6E8-6EBF-8530-4B0D-74FA9E2ECDCF}"/>
          </ac:spMkLst>
        </pc:spChg>
        <pc:spChg chg="mod">
          <ac:chgData name="豊 小谷" userId="3605ec3106b20ed8" providerId="LiveId" clId="{05627680-9581-44A8-A355-DE20D011879F}" dt="2026-05-10T01:09:24.280" v="1277" actId="20577"/>
          <ac:spMkLst>
            <pc:docMk/>
            <pc:sldMk cId="279379307" sldId="276"/>
            <ac:spMk id="4" creationId="{8D3CF691-75A8-8786-C652-2F4765ED666D}"/>
          </ac:spMkLst>
        </pc:spChg>
        <pc:graphicFrameChg chg="add del mod ord modGraphic">
          <ac:chgData name="豊 小谷" userId="3605ec3106b20ed8" providerId="LiveId" clId="{05627680-9581-44A8-A355-DE20D011879F}" dt="2026-05-10T00:56:40.358" v="882" actId="3680"/>
          <ac:graphicFrameMkLst>
            <pc:docMk/>
            <pc:sldMk cId="279379307" sldId="276"/>
            <ac:graphicFrameMk id="6" creationId="{321DF684-CAE0-5DB3-F974-9069F388CD4C}"/>
          </ac:graphicFrameMkLst>
        </pc:graphicFrameChg>
        <pc:graphicFrameChg chg="add mod ord modGraphic">
          <ac:chgData name="豊 小谷" userId="3605ec3106b20ed8" providerId="LiveId" clId="{05627680-9581-44A8-A355-DE20D011879F}" dt="2026-05-10T02:05:39.298" v="1981" actId="14734"/>
          <ac:graphicFrameMkLst>
            <pc:docMk/>
            <pc:sldMk cId="279379307" sldId="276"/>
            <ac:graphicFrameMk id="7" creationId="{4E8BC50B-6D50-53EC-2D93-3588241AC6D7}"/>
          </ac:graphicFrameMkLst>
        </pc:graphicFrameChg>
      </pc:sldChg>
      <pc:sldChg chg="addSp delSp modSp new mod">
        <pc:chgData name="豊 小谷" userId="3605ec3106b20ed8" providerId="LiveId" clId="{05627680-9581-44A8-A355-DE20D011879F}" dt="2026-05-10T02:48:27.516" v="2702" actId="20577"/>
        <pc:sldMkLst>
          <pc:docMk/>
          <pc:sldMk cId="1430575014" sldId="277"/>
        </pc:sldMkLst>
        <pc:spChg chg="del">
          <ac:chgData name="豊 小谷" userId="3605ec3106b20ed8" providerId="LiveId" clId="{05627680-9581-44A8-A355-DE20D011879F}" dt="2026-05-10T02:06:36.146" v="1983" actId="3680"/>
          <ac:spMkLst>
            <pc:docMk/>
            <pc:sldMk cId="1430575014" sldId="277"/>
            <ac:spMk id="2" creationId="{89FD3AC5-C2EE-6294-642D-7973E7FA6773}"/>
          </ac:spMkLst>
        </pc:spChg>
        <pc:spChg chg="del mod">
          <ac:chgData name="豊 小谷" userId="3605ec3106b20ed8" providerId="LiveId" clId="{05627680-9581-44A8-A355-DE20D011879F}" dt="2026-05-10T02:09:07.577" v="2078"/>
          <ac:spMkLst>
            <pc:docMk/>
            <pc:sldMk cId="1430575014" sldId="277"/>
            <ac:spMk id="3" creationId="{EDA68802-C893-4D51-A5A4-7E8F153D8379}"/>
          </ac:spMkLst>
        </pc:spChg>
        <pc:spChg chg="mod">
          <ac:chgData name="豊 小谷" userId="3605ec3106b20ed8" providerId="LiveId" clId="{05627680-9581-44A8-A355-DE20D011879F}" dt="2026-05-10T02:48:27.516" v="2702" actId="20577"/>
          <ac:spMkLst>
            <pc:docMk/>
            <pc:sldMk cId="1430575014" sldId="277"/>
            <ac:spMk id="4" creationId="{B50BB0EF-A062-6862-8714-56BFB7E476DB}"/>
          </ac:spMkLst>
        </pc:spChg>
        <pc:graphicFrameChg chg="add mod or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6" creationId="{AD2C197D-A5BD-B53D-33E3-D1C79C1E83AB}"/>
          </ac:graphicFrameMkLst>
        </pc:graphicFrameChg>
        <pc:graphicFrameChg chg="add mod modGraphic">
          <ac:chgData name="豊 小谷" userId="3605ec3106b20ed8" providerId="LiveId" clId="{05627680-9581-44A8-A355-DE20D011879F}" dt="2026-05-10T02:42:57.003" v="2666" actId="1076"/>
          <ac:graphicFrameMkLst>
            <pc:docMk/>
            <pc:sldMk cId="1430575014" sldId="277"/>
            <ac:graphicFrameMk id="7" creationId="{B3133462-E6C4-3C2B-A539-9291370A5AA2}"/>
          </ac:graphicFrameMkLst>
        </pc:graphicFrameChg>
        <pc:graphicFrameChg chg="add mo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8" creationId="{A4344AB0-7713-B48D-D723-479B42D0857A}"/>
          </ac:graphicFrameMkLst>
        </pc:graphicFrameChg>
        <pc:graphicFrameChg chg="add mo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9" creationId="{85130EE0-E336-1F8A-A18F-D11B87AA20D7}"/>
          </ac:graphicFrameMkLst>
        </pc:graphicFrameChg>
      </pc:sldChg>
      <pc:sldChg chg="new del">
        <pc:chgData name="豊 小谷" userId="3605ec3106b20ed8" providerId="LiveId" clId="{05627680-9581-44A8-A355-DE20D011879F}" dt="2026-05-10T01:58:07.213" v="1921" actId="47"/>
        <pc:sldMkLst>
          <pc:docMk/>
          <pc:sldMk cId="2367089184" sldId="277"/>
        </pc:sldMkLst>
      </pc:sldChg>
      <pc:sldChg chg="addSp delSp modSp new mod">
        <pc:chgData name="豊 小谷" userId="3605ec3106b20ed8" providerId="LiveId" clId="{05627680-9581-44A8-A355-DE20D011879F}" dt="2026-05-10T02:47:58.750" v="2696" actId="6549"/>
        <pc:sldMkLst>
          <pc:docMk/>
          <pc:sldMk cId="2387204326" sldId="278"/>
        </pc:sldMkLst>
        <pc:spChg chg="del">
          <ac:chgData name="豊 小谷" userId="3605ec3106b20ed8" providerId="LiveId" clId="{05627680-9581-44A8-A355-DE20D011879F}" dt="2026-05-10T02:45:38.346" v="2679"/>
          <ac:spMkLst>
            <pc:docMk/>
            <pc:sldMk cId="2387204326" sldId="278"/>
            <ac:spMk id="2" creationId="{9389E33C-0ACA-CB4B-C110-5E504351F69D}"/>
          </ac:spMkLst>
        </pc:spChg>
        <pc:spChg chg="mod">
          <ac:chgData name="豊 小谷" userId="3605ec3106b20ed8" providerId="LiveId" clId="{05627680-9581-44A8-A355-DE20D011879F}" dt="2026-05-10T02:47:58.750" v="2696" actId="6549"/>
          <ac:spMkLst>
            <pc:docMk/>
            <pc:sldMk cId="2387204326" sldId="278"/>
            <ac:spMk id="3" creationId="{0F22BFC1-AE56-F2AA-743A-9C4FA79CE800}"/>
          </ac:spMkLst>
        </pc:spChg>
        <pc:picChg chg="add mod ord modCrop">
          <ac:chgData name="豊 小谷" userId="3605ec3106b20ed8" providerId="LiveId" clId="{05627680-9581-44A8-A355-DE20D011879F}" dt="2026-05-10T02:47:42.309" v="2692" actId="1076"/>
          <ac:picMkLst>
            <pc:docMk/>
            <pc:sldMk cId="2387204326" sldId="278"/>
            <ac:picMk id="6" creationId="{3B1F0520-4772-1CCE-0FC9-F1F92F600EF5}"/>
          </ac:picMkLst>
        </pc:picChg>
      </pc:sldChg>
      <pc:sldChg chg="modSp new del mod">
        <pc:chgData name="豊 小谷" userId="3605ec3106b20ed8" providerId="LiveId" clId="{05627680-9581-44A8-A355-DE20D011879F}" dt="2026-05-10T02:53:20.489" v="2806" actId="47"/>
        <pc:sldMkLst>
          <pc:docMk/>
          <pc:sldMk cId="3785472514" sldId="279"/>
        </pc:sldMkLst>
        <pc:spChg chg="mod">
          <ac:chgData name="豊 小谷" userId="3605ec3106b20ed8" providerId="LiveId" clId="{05627680-9581-44A8-A355-DE20D011879F}" dt="2026-05-10T02:51:38.314" v="2714" actId="20577"/>
          <ac:spMkLst>
            <pc:docMk/>
            <pc:sldMk cId="3785472514" sldId="279"/>
            <ac:spMk id="2" creationId="{A7BD3720-DCC7-A086-8025-38EC764F9B73}"/>
          </ac:spMkLst>
        </pc:spChg>
        <pc:spChg chg="mod">
          <ac:chgData name="豊 小谷" userId="3605ec3106b20ed8" providerId="LiveId" clId="{05627680-9581-44A8-A355-DE20D011879F}" dt="2026-05-10T02:50:43.717" v="2704"/>
          <ac:spMkLst>
            <pc:docMk/>
            <pc:sldMk cId="3785472514" sldId="279"/>
            <ac:spMk id="3" creationId="{B02A23F6-A7C3-72B9-F088-2B343F065B06}"/>
          </ac:spMkLst>
        </pc:spChg>
      </pc:sldChg>
      <pc:sldChg chg="modSp new mod">
        <pc:chgData name="豊 小谷" userId="3605ec3106b20ed8" providerId="LiveId" clId="{05627680-9581-44A8-A355-DE20D011879F}" dt="2026-05-10T02:53:51.066" v="2819" actId="20577"/>
        <pc:sldMkLst>
          <pc:docMk/>
          <pc:sldMk cId="1547726125" sldId="280"/>
        </pc:sldMkLst>
        <pc:spChg chg="mod">
          <ac:chgData name="豊 小谷" userId="3605ec3106b20ed8" providerId="LiveId" clId="{05627680-9581-44A8-A355-DE20D011879F}" dt="2026-05-10T02:53:51.066" v="2819" actId="20577"/>
          <ac:spMkLst>
            <pc:docMk/>
            <pc:sldMk cId="1547726125" sldId="280"/>
            <ac:spMk id="3" creationId="{2414803D-E310-A41A-C609-5A30833CCE92}"/>
          </ac:spMkLst>
        </pc:spChg>
      </pc:sldChg>
      <pc:sldChg chg="modSp new mod">
        <pc:chgData name="豊 小谷" userId="3605ec3106b20ed8" providerId="LiveId" clId="{05627680-9581-44A8-A355-DE20D011879F}" dt="2026-05-10T02:54:03.591" v="2821"/>
        <pc:sldMkLst>
          <pc:docMk/>
          <pc:sldMk cId="2962498466" sldId="281"/>
        </pc:sldMkLst>
        <pc:spChg chg="mod">
          <ac:chgData name="豊 小谷" userId="3605ec3106b20ed8" providerId="LiveId" clId="{05627680-9581-44A8-A355-DE20D011879F}" dt="2026-05-10T02:54:03.591" v="2821"/>
          <ac:spMkLst>
            <pc:docMk/>
            <pc:sldMk cId="2962498466" sldId="281"/>
            <ac:spMk id="3" creationId="{1E052469-AE57-8547-D621-EDA39478E597}"/>
          </ac:spMkLst>
        </pc:spChg>
      </pc:sldChg>
      <pc:sldChg chg="modSp new mod">
        <pc:chgData name="豊 小谷" userId="3605ec3106b20ed8" providerId="LiveId" clId="{05627680-9581-44A8-A355-DE20D011879F}" dt="2026-05-10T02:53:46.299" v="2818" actId="20577"/>
        <pc:sldMkLst>
          <pc:docMk/>
          <pc:sldMk cId="519559728" sldId="282"/>
        </pc:sldMkLst>
        <pc:spChg chg="mod">
          <ac:chgData name="豊 小谷" userId="3605ec3106b20ed8" providerId="LiveId" clId="{05627680-9581-44A8-A355-DE20D011879F}" dt="2026-05-10T02:52:16.636" v="2757" actId="20577"/>
          <ac:spMkLst>
            <pc:docMk/>
            <pc:sldMk cId="519559728" sldId="282"/>
            <ac:spMk id="2" creationId="{8E821E95-ADA8-046E-B08F-1B5A0774B94D}"/>
          </ac:spMkLst>
        </pc:spChg>
        <pc:spChg chg="mod">
          <ac:chgData name="豊 小谷" userId="3605ec3106b20ed8" providerId="LiveId" clId="{05627680-9581-44A8-A355-DE20D011879F}" dt="2026-05-10T02:52:26.620" v="2779" actId="20577"/>
          <ac:spMkLst>
            <pc:docMk/>
            <pc:sldMk cId="519559728" sldId="282"/>
            <ac:spMk id="3" creationId="{50097931-AB23-7D29-D4E6-D31B4564B00B}"/>
          </ac:spMkLst>
        </pc:spChg>
        <pc:spChg chg="mod">
          <ac:chgData name="豊 小谷" userId="3605ec3106b20ed8" providerId="LiveId" clId="{05627680-9581-44A8-A355-DE20D011879F}" dt="2026-05-10T02:53:46.299" v="2818" actId="20577"/>
          <ac:spMkLst>
            <pc:docMk/>
            <pc:sldMk cId="519559728" sldId="282"/>
            <ac:spMk id="4" creationId="{CC843D2A-552D-462C-8120-7EA63ECC3949}"/>
          </ac:spMkLst>
        </pc:spChg>
      </pc:sldChg>
      <pc:sldChg chg="modSp new mod">
        <pc:chgData name="豊 小谷" userId="3605ec3106b20ed8" providerId="LiveId" clId="{05627680-9581-44A8-A355-DE20D011879F}" dt="2026-05-10T02:53:08.921" v="2805" actId="20577"/>
        <pc:sldMkLst>
          <pc:docMk/>
          <pc:sldMk cId="1330235904" sldId="283"/>
        </pc:sldMkLst>
        <pc:spChg chg="mod">
          <ac:chgData name="豊 小谷" userId="3605ec3106b20ed8" providerId="LiveId" clId="{05627680-9581-44A8-A355-DE20D011879F}" dt="2026-05-10T02:53:08.921" v="2805" actId="20577"/>
          <ac:spMkLst>
            <pc:docMk/>
            <pc:sldMk cId="1330235904" sldId="283"/>
            <ac:spMk id="3" creationId="{0ACB53DB-E021-6375-C179-8A41BBF34C69}"/>
          </ac:spMkLst>
        </pc:spChg>
      </pc:sldChg>
      <pc:sldChg chg="addSp delSp modSp new mod">
        <pc:chgData name="豊 小谷" userId="3605ec3106b20ed8" providerId="LiveId" clId="{05627680-9581-44A8-A355-DE20D011879F}" dt="2026-05-10T07:10:27.330" v="3354"/>
        <pc:sldMkLst>
          <pc:docMk/>
          <pc:sldMk cId="2661281098" sldId="284"/>
        </pc:sldMkLst>
        <pc:spChg chg="del">
          <ac:chgData name="豊 小谷" userId="3605ec3106b20ed8" providerId="LiveId" clId="{05627680-9581-44A8-A355-DE20D011879F}" dt="2026-05-10T06:57:52.878" v="3269" actId="3680"/>
          <ac:spMkLst>
            <pc:docMk/>
            <pc:sldMk cId="2661281098" sldId="284"/>
            <ac:spMk id="2" creationId="{EDA538C8-851C-8A75-3ED2-D792949DD8CC}"/>
          </ac:spMkLst>
        </pc:spChg>
        <pc:spChg chg="mod">
          <ac:chgData name="豊 小谷" userId="3605ec3106b20ed8" providerId="LiveId" clId="{05627680-9581-44A8-A355-DE20D011879F}" dt="2026-05-10T02:54:21.068" v="2824" actId="20577"/>
          <ac:spMkLst>
            <pc:docMk/>
            <pc:sldMk cId="2661281098" sldId="284"/>
            <ac:spMk id="3" creationId="{520C28A6-7F70-A87A-A4B0-8781D2B3D2BA}"/>
          </ac:spMkLst>
        </pc:spChg>
        <pc:graphicFrameChg chg="add mod ord modGraphic">
          <ac:chgData name="豊 小谷" userId="3605ec3106b20ed8" providerId="LiveId" clId="{05627680-9581-44A8-A355-DE20D011879F}" dt="2026-05-10T07:10:27.330" v="3354"/>
          <ac:graphicFrameMkLst>
            <pc:docMk/>
            <pc:sldMk cId="2661281098" sldId="284"/>
            <ac:graphicFrameMk id="5" creationId="{02579838-756A-2434-9886-069A9309A92B}"/>
          </ac:graphicFrameMkLst>
        </pc:graphicFrameChg>
      </pc:sldChg>
      <pc:sldChg chg="modSp add del mod">
        <pc:chgData name="豊 小谷" userId="3605ec3106b20ed8" providerId="LiveId" clId="{05627680-9581-44A8-A355-DE20D011879F}" dt="2026-05-10T03:12:57.225" v="3109" actId="47"/>
        <pc:sldMkLst>
          <pc:docMk/>
          <pc:sldMk cId="4166267821" sldId="285"/>
        </pc:sldMkLst>
        <pc:spChg chg="mod">
          <ac:chgData name="豊 小谷" userId="3605ec3106b20ed8" providerId="LiveId" clId="{05627680-9581-44A8-A355-DE20D011879F}" dt="2026-05-10T03:03:54.381" v="3015" actId="20577"/>
          <ac:spMkLst>
            <pc:docMk/>
            <pc:sldMk cId="4166267821" sldId="285"/>
            <ac:spMk id="26" creationId="{5A883772-CA26-4113-A00D-243D4D5E7E3C}"/>
          </ac:spMkLst>
        </pc:spChg>
        <pc:spChg chg="mod">
          <ac:chgData name="豊 小谷" userId="3605ec3106b20ed8" providerId="LiveId" clId="{05627680-9581-44A8-A355-DE20D011879F}" dt="2026-05-10T03:03:46.389" v="3014" actId="20577"/>
          <ac:spMkLst>
            <pc:docMk/>
            <pc:sldMk cId="4166267821" sldId="285"/>
            <ac:spMk id="35" creationId="{905FF5EE-4E65-5B0C-A6F2-6C901D805678}"/>
          </ac:spMkLst>
        </pc:spChg>
        <pc:spChg chg="mod">
          <ac:chgData name="豊 小谷" userId="3605ec3106b20ed8" providerId="LiveId" clId="{05627680-9581-44A8-A355-DE20D011879F}" dt="2026-05-10T03:03:37.061" v="3008" actId="20577"/>
          <ac:spMkLst>
            <pc:docMk/>
            <pc:sldMk cId="4166267821" sldId="285"/>
            <ac:spMk id="2050" creationId="{FE7E33EB-632C-84EF-63F3-1060359D9937}"/>
          </ac:spMkLst>
        </pc:spChg>
      </pc:sldChg>
      <pc:sldChg chg="addSp delSp modSp add mod">
        <pc:chgData name="豊 小谷" userId="3605ec3106b20ed8" providerId="LiveId" clId="{05627680-9581-44A8-A355-DE20D011879F}" dt="2026-05-10T05:19:24.753" v="3260" actId="207"/>
        <pc:sldMkLst>
          <pc:docMk/>
          <pc:sldMk cId="2282260800" sldId="286"/>
        </pc:sldMkLst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4" creationId="{73139EE2-FB8E-2061-31B9-702785B875EC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5" creationId="{7E83A225-B786-3BC6-F9AB-D192E3D38348}"/>
          </ac:spMkLst>
        </pc:spChg>
        <pc:spChg chg="mod topLvl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7" creationId="{8864445E-EE23-E02A-376C-5F4702BF4920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8" creationId="{B7F10A05-AD89-3CCE-725E-1088DD867DCC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9" creationId="{5F51F8C7-C85B-4FC5-33A2-E673A44A7E8A}"/>
          </ac:spMkLst>
        </pc:spChg>
        <pc:spChg chg="add mod">
          <ac:chgData name="豊 小谷" userId="3605ec3106b20ed8" providerId="LiveId" clId="{05627680-9581-44A8-A355-DE20D011879F}" dt="2026-05-10T03:16:10.691" v="3165" actId="113"/>
          <ac:spMkLst>
            <pc:docMk/>
            <pc:sldMk cId="2282260800" sldId="286"/>
            <ac:spMk id="10" creationId="{78E8ADF9-7892-87F1-0DA5-7CA15E4C7DFE}"/>
          </ac:spMkLst>
        </pc:spChg>
        <pc:spChg chg="add mod">
          <ac:chgData name="豊 小谷" userId="3605ec3106b20ed8" providerId="LiveId" clId="{05627680-9581-44A8-A355-DE20D011879F}" dt="2026-05-10T05:12:43.595" v="3168" actId="571"/>
          <ac:spMkLst>
            <pc:docMk/>
            <pc:sldMk cId="2282260800" sldId="286"/>
            <ac:spMk id="11" creationId="{CCCD94D9-2071-6E4C-079F-FCA4707466CA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15" creationId="{CBEF92FD-B958-2DFF-2B95-3D2DE2AFA370}"/>
          </ac:spMkLst>
        </pc:spChg>
        <pc:spChg chg="mod">
          <ac:chgData name="豊 小谷" userId="3605ec3106b20ed8" providerId="LiveId" clId="{05627680-9581-44A8-A355-DE20D011879F}" dt="2026-05-10T05:17:25.300" v="3253" actId="6549"/>
          <ac:spMkLst>
            <pc:docMk/>
            <pc:sldMk cId="2282260800" sldId="286"/>
            <ac:spMk id="21" creationId="{3648CDBE-712B-E750-D2EC-8361C98CC40B}"/>
          </ac:spMkLst>
        </pc:spChg>
        <pc:spChg chg="del">
          <ac:chgData name="豊 小谷" userId="3605ec3106b20ed8" providerId="LiveId" clId="{05627680-9581-44A8-A355-DE20D011879F}" dt="2026-05-10T03:14:33.112" v="3142" actId="478"/>
          <ac:spMkLst>
            <pc:docMk/>
            <pc:sldMk cId="2282260800" sldId="286"/>
            <ac:spMk id="25" creationId="{5EE4AFCA-BF48-D764-0C6A-2477B6033C78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6" creationId="{122E5B42-E231-9A82-190E-486DB4E7FE4F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7" creationId="{2A5718A8-7994-8629-6BDC-40B0CB5E9A68}"/>
          </ac:spMkLst>
        </pc:spChg>
        <pc:spChg chg="mod">
          <ac:chgData name="豊 小谷" userId="3605ec3106b20ed8" providerId="LiveId" clId="{05627680-9581-44A8-A355-DE20D011879F}" dt="2026-05-10T03:13:36.064" v="3138" actId="20577"/>
          <ac:spMkLst>
            <pc:docMk/>
            <pc:sldMk cId="2282260800" sldId="286"/>
            <ac:spMk id="31" creationId="{D6ABCD8F-6849-939E-0243-762A96137478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32" creationId="{6C76EDAF-15EB-582F-C7B5-82B09626E865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33" creationId="{3FAE491C-BB49-6749-4F47-01AA7D90FEEA}"/>
          </ac:spMkLst>
        </pc:spChg>
        <pc:spChg chg="mod">
          <ac:chgData name="豊 小谷" userId="3605ec3106b20ed8" providerId="LiveId" clId="{05627680-9581-44A8-A355-DE20D011879F}" dt="2026-05-10T05:13:30.481" v="3190" actId="20577"/>
          <ac:spMkLst>
            <pc:docMk/>
            <pc:sldMk cId="2282260800" sldId="286"/>
            <ac:spMk id="35" creationId="{43497EFC-7CE3-77D1-7283-349CE70ED0E9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43" creationId="{A5B693A3-4F17-BE76-5A4C-FC9EF369EBE7}"/>
          </ac:spMkLst>
        </pc:spChg>
        <pc:spChg chg="mod topLvl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48" creationId="{0F7F9646-F21A-053B-0F80-1E015BBDBDD2}"/>
          </ac:spMkLst>
        </pc:spChg>
        <pc:spChg chg="mod topLvl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50" creationId="{F3D74971-2403-63A8-D85C-26A8004BB4B4}"/>
          </ac:spMkLst>
        </pc:spChg>
        <pc:spChg chg="del">
          <ac:chgData name="豊 小谷" userId="3605ec3106b20ed8" providerId="LiveId" clId="{05627680-9581-44A8-A355-DE20D011879F}" dt="2026-05-10T03:14:45.554" v="3145" actId="478"/>
          <ac:spMkLst>
            <pc:docMk/>
            <pc:sldMk cId="2282260800" sldId="286"/>
            <ac:spMk id="55" creationId="{2B7ADD2F-17FA-07E8-B852-FB3B08D5CA84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56" creationId="{9B2F7523-C0D1-540E-B8D1-A25E6A3E7F92}"/>
          </ac:spMkLst>
        </pc:spChg>
        <pc:spChg chg="mod">
          <ac:chgData name="豊 小谷" userId="3605ec3106b20ed8" providerId="LiveId" clId="{05627680-9581-44A8-A355-DE20D011879F}" dt="2026-05-10T03:13:06.509" v="3125" actId="20577"/>
          <ac:spMkLst>
            <pc:docMk/>
            <pc:sldMk cId="2282260800" sldId="286"/>
            <ac:spMk id="2050" creationId="{B236FEE0-2C33-8D93-FF98-46FE1F78A2FA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62" creationId="{80EA1560-3DA4-C0CD-63BA-56E9CC33621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65" creationId="{7109F9E1-5A8D-A3D0-9A82-5ED98D00E699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67" creationId="{B096143D-ED2E-8C19-5566-974F27F36605}"/>
          </ac:spMkLst>
        </pc:spChg>
        <pc:spChg chg="del">
          <ac:chgData name="豊 小谷" userId="3605ec3106b20ed8" providerId="LiveId" clId="{05627680-9581-44A8-A355-DE20D011879F}" dt="2026-05-10T03:14:36.866" v="3143" actId="478"/>
          <ac:spMkLst>
            <pc:docMk/>
            <pc:sldMk cId="2282260800" sldId="286"/>
            <ac:spMk id="2073" creationId="{0471BF30-53B5-A6D1-18E1-C70AF1502C0C}"/>
          </ac:spMkLst>
        </pc:spChg>
        <pc:spChg chg="del">
          <ac:chgData name="豊 小谷" userId="3605ec3106b20ed8" providerId="LiveId" clId="{05627680-9581-44A8-A355-DE20D011879F}" dt="2026-05-10T03:14:42.556" v="3144" actId="478"/>
          <ac:spMkLst>
            <pc:docMk/>
            <pc:sldMk cId="2282260800" sldId="286"/>
            <ac:spMk id="2078" creationId="{61F388DE-E742-84D5-5545-4EB7CD385992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93" creationId="{D991664A-4D58-8B88-F19B-CD988926C087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95" creationId="{45FE7289-5AD9-8469-DABE-7C75B075FF7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97" creationId="{E82EF4DF-2E36-3D62-4731-340679DF3601}"/>
          </ac:spMkLst>
        </pc:spChg>
        <pc:spChg chg="del mod topLvl">
          <ac:chgData name="豊 小谷" userId="3605ec3106b20ed8" providerId="LiveId" clId="{05627680-9581-44A8-A355-DE20D011879F}" dt="2026-05-10T03:15:12.304" v="3147" actId="478"/>
          <ac:spMkLst>
            <pc:docMk/>
            <pc:sldMk cId="2282260800" sldId="286"/>
            <ac:spMk id="2102" creationId="{5E381BFF-6269-1703-B358-539ED0F06E1E}"/>
          </ac:spMkLst>
        </pc:spChg>
        <pc:spChg chg="del">
          <ac:chgData name="豊 小谷" userId="3605ec3106b20ed8" providerId="LiveId" clId="{05627680-9581-44A8-A355-DE20D011879F}" dt="2026-05-10T03:16:22.926" v="3166" actId="478"/>
          <ac:spMkLst>
            <pc:docMk/>
            <pc:sldMk cId="2282260800" sldId="286"/>
            <ac:spMk id="2104" creationId="{C2AF2278-E3F2-9073-170B-FB49CD8508F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10" creationId="{C10DF90C-3506-194C-66FC-4D47193F691C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17" creationId="{FFA03CA2-7FBE-59F5-EE51-3F5BE478B29D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18" creationId="{F56D5A9D-0E7E-21A5-04BB-9DB67420E990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19" creationId="{7E4F87CF-6801-EE7C-A1A1-1BAB68DEDD15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23" creationId="{DC927B82-4B7E-BA03-66A4-BCA8CC7FF7DA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36" creationId="{972378CF-56DE-D7AA-F5D4-86BE6BE1217C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39" creationId="{7CC006DA-8B9A-7773-C6B2-162356C3AE50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41" creationId="{DC9CA4D6-786A-45CD-04F8-BC4A1233D0BE}"/>
          </ac:spMkLst>
        </pc:spChg>
        <pc:cxnChg chg="add mod">
          <ac:chgData name="豊 小谷" userId="3605ec3106b20ed8" providerId="LiveId" clId="{05627680-9581-44A8-A355-DE20D011879F}" dt="2026-05-10T05:13:08.894" v="3174" actId="1076"/>
          <ac:cxnSpMkLst>
            <pc:docMk/>
            <pc:sldMk cId="2282260800" sldId="286"/>
            <ac:cxnSpMk id="12" creationId="{761B5245-80F2-4D24-241D-F4C092546876}"/>
          </ac:cxnSpMkLst>
        </pc:cxnChg>
        <pc:cxnChg chg="mod">
          <ac:chgData name="豊 小谷" userId="3605ec3106b20ed8" providerId="LiveId" clId="{05627680-9581-44A8-A355-DE20D011879F}" dt="2026-05-10T05:17:57.584" v="3258" actId="14100"/>
          <ac:cxnSpMkLst>
            <pc:docMk/>
            <pc:sldMk cId="2282260800" sldId="286"/>
            <ac:cxnSpMk id="44" creationId="{32099B90-8E12-1581-80EB-BC2398124CDE}"/>
          </ac:cxnSpMkLst>
        </pc:cxnChg>
        <pc:cxnChg chg="del">
          <ac:chgData name="豊 小谷" userId="3605ec3106b20ed8" providerId="LiveId" clId="{05627680-9581-44A8-A355-DE20D011879F}" dt="2026-05-10T03:15:29.359" v="3150" actId="478"/>
          <ac:cxnSpMkLst>
            <pc:docMk/>
            <pc:sldMk cId="2282260800" sldId="286"/>
            <ac:cxnSpMk id="2099" creationId="{63EE828E-B8F4-E326-E2A3-37BD3FCCA131}"/>
          </ac:cxnSpMkLst>
        </pc:cxnChg>
        <pc:cxnChg chg="mod">
          <ac:chgData name="豊 小谷" userId="3605ec3106b20ed8" providerId="LiveId" clId="{05627680-9581-44A8-A355-DE20D011879F}" dt="2026-05-10T03:15:26.625" v="3149" actId="14100"/>
          <ac:cxnSpMkLst>
            <pc:docMk/>
            <pc:sldMk cId="2282260800" sldId="286"/>
            <ac:cxnSpMk id="2103" creationId="{E26A7B91-1D93-E1BF-7FA2-D7B2A1E4167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ED843-FBAC-4BF9-84F2-6CB52D7BC460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109B5-5EE7-4A19-AE95-02774C49B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59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008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492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634B0-46C4-07AC-EB65-B355CD4E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06B21A-2A4D-8C08-46A3-C244F055A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ECDDB8-97FC-1173-A56E-A14CDC852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1C0750-5CD8-BFA1-E87C-86D55C0DF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8540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60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435267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875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BC23-ACCF-40B7-9F8A-C869B7D2A964}" type="datetime1">
              <a:rPr lang="en-US" altLang="ja-JP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75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bg1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88912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4078-B338-4B71-BD47-0F234CD99180}" type="datetime1">
              <a:rPr lang="en-US" altLang="ja-JP" smtClean="0"/>
              <a:t>5/28/2026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57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1777-293B-44C6-BDCA-81A8114C1E32}" type="datetime1">
              <a:rPr lang="en-US" altLang="ja-JP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2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3C-504F-4161-B648-BC81B6CDF032}" type="datetime1">
              <a:rPr lang="en-US" altLang="ja-JP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F4F73-EC84-473A-9021-5AE2CF45038E}" type="datetime1">
              <a:rPr lang="en-US" altLang="ja-JP" smtClean="0"/>
              <a:t>5/28/2026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0616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15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CCC4E1EE-9E13-4C2D-AFC1-1D3561D21B1A}" type="datetime1">
              <a:rPr lang="en-US" altLang="ja-JP" smtClean="0"/>
              <a:t>5/28/2026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yutaka.kotani.in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07F96F6-0283-E961-5C37-89F47AF7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896084"/>
            <a:ext cx="5019440" cy="491927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961F07B-F036-AEB6-9E15-27930A70B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General purpose PLL</a:t>
            </a:r>
            <a:br>
              <a:rPr kumimoji="1" lang="en-US" altLang="ja-JP" dirty="0"/>
            </a:br>
            <a:r>
              <a:rPr lang="en-US" altLang="ja-JP" sz="2400" b="0" dirty="0"/>
              <a:t>2026</a:t>
            </a:r>
            <a:r>
              <a:rPr kumimoji="1" lang="en-US" altLang="ja-JP" dirty="0"/>
              <a:t> </a:t>
            </a:r>
            <a:r>
              <a:rPr kumimoji="1" lang="en-US" altLang="ja-JP" sz="2400" b="0" dirty="0"/>
              <a:t>May 27</a:t>
            </a:r>
            <a:endParaRPr kumimoji="1" lang="ja-JP" altLang="en-US" b="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AA61F1-4BA6-C457-E76C-FDF43B4E3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6071" y="5024582"/>
            <a:ext cx="6575892" cy="1607572"/>
          </a:xfrm>
        </p:spPr>
        <p:txBody>
          <a:bodyPr/>
          <a:lstStyle/>
          <a:p>
            <a:r>
              <a:rPr kumimoji="1" lang="en-US" altLang="ja-JP" sz="2800" dirty="0"/>
              <a:t>Super Long Wave</a:t>
            </a:r>
            <a:br>
              <a:rPr kumimoji="1" lang="en-US" altLang="ja-JP" dirty="0"/>
            </a:br>
            <a:r>
              <a:rPr kumimoji="1" lang="en-US" altLang="ja-JP" dirty="0"/>
              <a:t>  </a:t>
            </a:r>
            <a:r>
              <a:rPr kumimoji="1" lang="en-US" altLang="ja-JP" u="sng" dirty="0"/>
              <a:t>Yutaka Kotani </a:t>
            </a:r>
            <a:r>
              <a:rPr kumimoji="1" lang="en-US" altLang="ja-JP" dirty="0"/>
              <a:t>(team leader) </a:t>
            </a:r>
            <a:r>
              <a:rPr kumimoji="1" lang="en-US" altLang="ja-JP" dirty="0">
                <a:hlinkClick r:id="rId4"/>
              </a:rPr>
              <a:t>yutaka.kotani.in@gmail.com</a:t>
            </a:r>
            <a:br>
              <a:rPr kumimoji="1" lang="en-US" altLang="ja-JP" dirty="0"/>
            </a:br>
            <a:r>
              <a:rPr kumimoji="1" lang="en-US" altLang="ja-JP" dirty="0"/>
              <a:t>  </a:t>
            </a:r>
            <a:r>
              <a:rPr lang="en-US" altLang="ja-JP" dirty="0"/>
              <a:t>Ashutosh Chakravarty</a:t>
            </a:r>
            <a:br>
              <a:rPr lang="en-US" altLang="ja-JP" dirty="0"/>
            </a:br>
            <a:r>
              <a:rPr lang="en-US" altLang="ja-JP" dirty="0"/>
              <a:t>  Cheng Fei</a:t>
            </a:r>
          </a:p>
        </p:txBody>
      </p:sp>
    </p:spTree>
    <p:extLst>
      <p:ext uri="{BB962C8B-B14F-4D97-AF65-F5344CB8AC3E}">
        <p14:creationId xmlns:p14="http://schemas.microsoft.com/office/powerpoint/2010/main" val="288129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C50C269-5ED5-5839-E63A-2EF3A1A05E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83423FF-E49C-B2EE-4962-A433D311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Agenda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85FD3F-980E-B6B5-6FCA-451483397A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Project information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1FBC7E4-04AD-75B2-3D59-DAF48ED1B2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80D2A1DE-0977-E1FF-8CFD-0E69897550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en-US" altLang="ja-JP" dirty="0"/>
              <a:t>Team background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F894DE3-704C-4571-185E-A9CE43ED21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E90BF70-22FF-F34D-9AA1-3E94C476D2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3B0EABBF-5933-6823-F303-60CAC74611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AD869DF4-B32D-B21F-47C9-8F34FA8AA9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 dirty="0"/>
              <a:t>Block diagram</a:t>
            </a: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8F3CC92-D5CF-273F-5190-3E6DE7ACA1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E6EC81BC-899D-85F0-DFA8-DFC657B904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/>
              <a:t>Circuit design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DF9E80A2-749C-BADB-5F56-C89DCFCB9E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FC4C707C-8103-E7B0-21AE-CB72D09537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en-US" altLang="ja-JP" dirty="0"/>
              <a:t>Layout</a:t>
            </a:r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5E608D12-204B-D1B1-E4FA-73284E4C41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en-US" altLang="ja-JP" dirty="0"/>
              <a:t>7</a:t>
            </a:r>
            <a:endParaRPr kumimoji="1" lang="ja-JP" altLang="en-US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289D3E0-4B14-B2AE-C676-1FD6730DF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kumimoji="1" lang="en-US" altLang="ja-JP" dirty="0"/>
              <a:t>Evaluation</a:t>
            </a:r>
            <a:endParaRPr kumimoji="1" lang="ja-JP" altLang="en-US" dirty="0"/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0EE552FE-2D2B-3AAD-F886-5FDA6E58355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7BFD0AE3-3330-41FB-0921-382A1FF2F4D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ja-JP" dirty="0"/>
              <a:t>Schedule</a:t>
            </a:r>
            <a:endParaRPr kumimoji="1" lang="ja-JP" altLang="en-US" dirty="0"/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28F615C7-CBA3-74F1-6828-68DC4C6648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1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AB84-91A4-5FA5-F4A7-B96EDBED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0F0B80-2F68-04B7-BED2-1E3CB8B976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Goal</a:t>
            </a:r>
          </a:p>
          <a:p>
            <a:pPr lvl="1"/>
            <a:r>
              <a:rPr lang="en-US" altLang="ja-JP" sz="1800" dirty="0"/>
              <a:t>Creating general purpose PLL</a:t>
            </a:r>
          </a:p>
          <a:p>
            <a:pPr lvl="1"/>
            <a:r>
              <a:rPr lang="en-US" altLang="ja-JP" sz="1800" dirty="0"/>
              <a:t>Creating a part of FM Radio component</a:t>
            </a:r>
          </a:p>
          <a:p>
            <a:pPr marL="269875" lvl="1" indent="0">
              <a:buNone/>
            </a:pPr>
            <a:endParaRPr lang="en-US" altLang="ja-JP" sz="1800" dirty="0"/>
          </a:p>
          <a:p>
            <a:r>
              <a:rPr lang="en-US" altLang="ja-JP" dirty="0"/>
              <a:t>Design </a:t>
            </a:r>
          </a:p>
          <a:p>
            <a:pPr lvl="1"/>
            <a:r>
              <a:rPr lang="en-US" altLang="ja-JP" dirty="0"/>
              <a:t>PLL has two mode</a:t>
            </a:r>
          </a:p>
          <a:p>
            <a:pPr lvl="1"/>
            <a:r>
              <a:rPr lang="en-US" altLang="ja-JP" dirty="0"/>
              <a:t>Clock multiplier mode</a:t>
            </a:r>
          </a:p>
          <a:p>
            <a:pPr lvl="1"/>
            <a:r>
              <a:rPr lang="en-US" altLang="ja-JP" dirty="0"/>
              <a:t>FM demodulator mode</a:t>
            </a:r>
          </a:p>
          <a:p>
            <a:r>
              <a:rPr lang="en-US" altLang="ja-JP" dirty="0"/>
              <a:t>Application</a:t>
            </a:r>
          </a:p>
          <a:p>
            <a:pPr lvl="1"/>
            <a:r>
              <a:rPr lang="en-US" altLang="ja-JP" dirty="0"/>
              <a:t>Digital clock generator &amp; FM Radio </a:t>
            </a:r>
          </a:p>
          <a:p>
            <a:r>
              <a:rPr lang="en-US" altLang="ja-JP" dirty="0"/>
              <a:t>Reference</a:t>
            </a:r>
          </a:p>
          <a:p>
            <a:pPr lvl="1"/>
            <a:r>
              <a:rPr lang="en-US" altLang="ja-JP" dirty="0"/>
              <a:t>TI CD4046B Application Report SCHA002A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4B287BD-315D-1606-8BF7-7BD57F81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Project information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39F5BCC-79D0-3368-CDE1-FFD87F01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</a:t>
            </a:fld>
            <a:endParaRPr lang="en-US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5068E267-9B81-308E-8185-0A80F6744BF0}"/>
              </a:ext>
            </a:extLst>
          </p:cNvPr>
          <p:cNvCxnSpPr>
            <a:cxnSpLocks/>
          </p:cNvCxnSpPr>
          <p:nvPr/>
        </p:nvCxnSpPr>
        <p:spPr>
          <a:xfrm flipV="1">
            <a:off x="4152101" y="4737290"/>
            <a:ext cx="209321" cy="560096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77235730-C10D-5B4E-ED56-8ED62F05CDD4}"/>
              </a:ext>
            </a:extLst>
          </p:cNvPr>
          <p:cNvSpPr/>
          <p:nvPr/>
        </p:nvSpPr>
        <p:spPr>
          <a:xfrm>
            <a:off x="1548241" y="4591944"/>
            <a:ext cx="3267429" cy="1410886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kumimoji="1" lang="ja-JP" altLang="en-US" sz="1200" dirty="0" err="1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6999D317-0808-04EC-F0D0-A0009AC9AD4F}"/>
              </a:ext>
            </a:extLst>
          </p:cNvPr>
          <p:cNvSpPr/>
          <p:nvPr/>
        </p:nvSpPr>
        <p:spPr>
          <a:xfrm>
            <a:off x="5294055" y="633108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AMP &amp;</a:t>
            </a:r>
            <a:br>
              <a:rPr kumimoji="1" lang="en-US" altLang="ja-JP" sz="1200" dirty="0"/>
            </a:br>
            <a:r>
              <a:rPr kumimoji="1" lang="en-US" altLang="ja-JP" sz="1200" dirty="0"/>
              <a:t>Speaker</a:t>
            </a:r>
            <a:endParaRPr kumimoji="1" lang="ja-JP" altLang="en-US" sz="1200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85BEBE53-C7B4-373E-CDDD-5CFAC7ED2456}"/>
              </a:ext>
            </a:extLst>
          </p:cNvPr>
          <p:cNvSpPr/>
          <p:nvPr/>
        </p:nvSpPr>
        <p:spPr>
          <a:xfrm>
            <a:off x="1787266" y="494476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PD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AFBD6A1-1DC1-0935-2FE0-4A40A1B53D52}"/>
              </a:ext>
            </a:extLst>
          </p:cNvPr>
          <p:cNvSpPr txBox="1"/>
          <p:nvPr/>
        </p:nvSpPr>
        <p:spPr>
          <a:xfrm>
            <a:off x="2913829" y="4603769"/>
            <a:ext cx="529868" cy="24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PLL</a:t>
            </a:r>
            <a:endParaRPr kumimoji="1" lang="ja-JP" altLang="en-US" sz="1200" b="1" dirty="0" err="1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C599360C-4935-7570-6A2E-DA87AD9BAE0E}"/>
              </a:ext>
            </a:extLst>
          </p:cNvPr>
          <p:cNvSpPr/>
          <p:nvPr/>
        </p:nvSpPr>
        <p:spPr>
          <a:xfrm>
            <a:off x="2768542" y="552307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VCO</a:t>
            </a:r>
            <a:endParaRPr lang="ja-JP" altLang="en-US" sz="11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631776F6-DC3A-5DA7-D6DF-868763DE8F3B}"/>
              </a:ext>
            </a:extLst>
          </p:cNvPr>
          <p:cNvSpPr/>
          <p:nvPr/>
        </p:nvSpPr>
        <p:spPr>
          <a:xfrm>
            <a:off x="300037" y="494301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 err="1"/>
              <a:t>FMTuner</a:t>
            </a:r>
            <a:br>
              <a:rPr kumimoji="1" lang="en-US" altLang="ja-JP" sz="1200" dirty="0"/>
            </a:br>
            <a:r>
              <a:rPr kumimoji="1" lang="en-US" altLang="ja-JP" sz="1200" dirty="0"/>
              <a:t>&amp; LNA</a:t>
            </a:r>
            <a:endParaRPr kumimoji="1" lang="ja-JP" altLang="en-US" sz="1200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532BE2E1-E7D8-C673-F0A9-D849289ECB5F}"/>
              </a:ext>
            </a:extLst>
          </p:cNvPr>
          <p:cNvSpPr/>
          <p:nvPr/>
        </p:nvSpPr>
        <p:spPr>
          <a:xfrm>
            <a:off x="2762192" y="494476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Charge</a:t>
            </a:r>
            <a:br>
              <a:rPr kumimoji="1" lang="en-US" altLang="ja-JP" sz="1100" dirty="0"/>
            </a:br>
            <a:r>
              <a:rPr kumimoji="1" lang="en-US" altLang="ja-JP" sz="1100" dirty="0"/>
              <a:t>pump</a:t>
            </a:r>
            <a:endParaRPr kumimoji="1" lang="ja-JP" altLang="en-US" sz="1100" dirty="0"/>
          </a:p>
        </p:txBody>
      </p: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BC75AB89-0CA9-42AB-2D79-E7C0E2CE8FF4}"/>
              </a:ext>
            </a:extLst>
          </p:cNvPr>
          <p:cNvCxnSpPr>
            <a:cxnSpLocks/>
            <a:stCxn id="68" idx="3"/>
            <a:endCxn id="72" idx="1"/>
          </p:cNvCxnSpPr>
          <p:nvPr/>
        </p:nvCxnSpPr>
        <p:spPr>
          <a:xfrm>
            <a:off x="2607707" y="5121075"/>
            <a:ext cx="15448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CEA9C300-720B-78E1-F201-8B00554FF31A}"/>
              </a:ext>
            </a:extLst>
          </p:cNvPr>
          <p:cNvCxnSpPr>
            <a:cxnSpLocks/>
            <a:stCxn id="72" idx="3"/>
            <a:endCxn id="85" idx="1"/>
          </p:cNvCxnSpPr>
          <p:nvPr/>
        </p:nvCxnSpPr>
        <p:spPr>
          <a:xfrm>
            <a:off x="3582633" y="5121075"/>
            <a:ext cx="1387522" cy="1283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7F6259F8-E100-CBA1-1672-7D84D4951BC6}"/>
              </a:ext>
            </a:extLst>
          </p:cNvPr>
          <p:cNvSpPr txBox="1"/>
          <p:nvPr/>
        </p:nvSpPr>
        <p:spPr>
          <a:xfrm>
            <a:off x="998335" y="4684778"/>
            <a:ext cx="1087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1" dirty="0"/>
              <a:t>65-80MHz</a:t>
            </a:r>
            <a:endParaRPr kumimoji="1" lang="ja-JP" altLang="en-US" sz="1200" b="1" dirty="0" err="1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774BBEB8-CE0A-DDBE-B671-372BF1E4672B}"/>
              </a:ext>
            </a:extLst>
          </p:cNvPr>
          <p:cNvSpPr txBox="1"/>
          <p:nvPr/>
        </p:nvSpPr>
        <p:spPr>
          <a:xfrm>
            <a:off x="4547757" y="6015236"/>
            <a:ext cx="647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Audio Signal</a:t>
            </a:r>
            <a:endParaRPr kumimoji="1" lang="ja-JP" altLang="en-US" sz="1200" b="1" dirty="0" err="1"/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781BB6DB-CBB4-9AD1-0272-655FF719A1F7}"/>
              </a:ext>
            </a:extLst>
          </p:cNvPr>
          <p:cNvCxnSpPr>
            <a:cxnSpLocks/>
            <a:stCxn id="71" idx="3"/>
            <a:endCxn id="68" idx="1"/>
          </p:cNvCxnSpPr>
          <p:nvPr/>
        </p:nvCxnSpPr>
        <p:spPr>
          <a:xfrm>
            <a:off x="1120478" y="5119328"/>
            <a:ext cx="666788" cy="174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44E7FC6E-723B-9E51-6FDC-E179CD05FD4B}"/>
              </a:ext>
            </a:extLst>
          </p:cNvPr>
          <p:cNvCxnSpPr>
            <a:cxnSpLocks/>
            <a:stCxn id="99" idx="2"/>
            <a:endCxn id="93" idx="0"/>
          </p:cNvCxnSpPr>
          <p:nvPr/>
        </p:nvCxnSpPr>
        <p:spPr>
          <a:xfrm flipH="1">
            <a:off x="4152100" y="5871364"/>
            <a:ext cx="1" cy="45972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D28AC3AE-40B1-FD22-90FC-9D1B6A3DCB7E}"/>
              </a:ext>
            </a:extLst>
          </p:cNvPr>
          <p:cNvSpPr/>
          <p:nvPr/>
        </p:nvSpPr>
        <p:spPr>
          <a:xfrm>
            <a:off x="4970155" y="4957602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200" dirty="0"/>
              <a:t>Loop</a:t>
            </a:r>
            <a:br>
              <a:rPr lang="en-US" altLang="ja-JP" sz="1200" dirty="0"/>
            </a:br>
            <a:r>
              <a:rPr lang="en-US" altLang="ja-JP" sz="1200" dirty="0"/>
              <a:t>Filter</a:t>
            </a:r>
            <a:endParaRPr kumimoji="1" lang="ja-JP" altLang="en-US" sz="1200" dirty="0"/>
          </a:p>
        </p:txBody>
      </p: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4B55828E-7814-5910-A78A-7A16989A7EAA}"/>
              </a:ext>
            </a:extLst>
          </p:cNvPr>
          <p:cNvCxnSpPr>
            <a:cxnSpLocks/>
            <a:stCxn id="70" idx="1"/>
            <a:endCxn id="68" idx="2"/>
          </p:cNvCxnSpPr>
          <p:nvPr/>
        </p:nvCxnSpPr>
        <p:spPr>
          <a:xfrm rot="10800000">
            <a:off x="2197488" y="5297387"/>
            <a:ext cx="571055" cy="401999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A7005717-B78B-444E-CE52-06F97028211E}"/>
              </a:ext>
            </a:extLst>
          </p:cNvPr>
          <p:cNvSpPr/>
          <p:nvPr/>
        </p:nvSpPr>
        <p:spPr>
          <a:xfrm>
            <a:off x="3741879" y="633108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LPF</a:t>
            </a:r>
            <a:endParaRPr kumimoji="1" lang="ja-JP" altLang="en-US" sz="1200" dirty="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A2520F0C-BAE6-7596-B23E-026E289D1BE2}"/>
              </a:ext>
            </a:extLst>
          </p:cNvPr>
          <p:cNvSpPr/>
          <p:nvPr/>
        </p:nvSpPr>
        <p:spPr>
          <a:xfrm>
            <a:off x="3741880" y="5518742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Buffer</a:t>
            </a:r>
            <a:endParaRPr kumimoji="1" lang="ja-JP" altLang="en-US" sz="1100" dirty="0"/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AA191022-523F-6609-26EA-687D5D64F92E}"/>
              </a:ext>
            </a:extLst>
          </p:cNvPr>
          <p:cNvCxnSpPr>
            <a:cxnSpLocks/>
            <a:stCxn id="99" idx="1"/>
          </p:cNvCxnSpPr>
          <p:nvPr/>
        </p:nvCxnSpPr>
        <p:spPr>
          <a:xfrm flipH="1">
            <a:off x="3588982" y="5695053"/>
            <a:ext cx="152898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907CA86C-BCAF-CCDA-FB52-42E40DF655B3}"/>
              </a:ext>
            </a:extLst>
          </p:cNvPr>
          <p:cNvCxnSpPr>
            <a:cxnSpLocks/>
            <a:stCxn id="93" idx="3"/>
            <a:endCxn id="67" idx="1"/>
          </p:cNvCxnSpPr>
          <p:nvPr/>
        </p:nvCxnSpPr>
        <p:spPr>
          <a:xfrm>
            <a:off x="4562320" y="6507398"/>
            <a:ext cx="73173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D26082CF-6240-65A8-5CAC-5CC1ADF3784A}"/>
              </a:ext>
            </a:extLst>
          </p:cNvPr>
          <p:cNvCxnSpPr>
            <a:cxnSpLocks/>
            <a:endCxn id="70" idx="2"/>
          </p:cNvCxnSpPr>
          <p:nvPr/>
        </p:nvCxnSpPr>
        <p:spPr>
          <a:xfrm flipV="1">
            <a:off x="3178763" y="5875696"/>
            <a:ext cx="0" cy="45539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グループ化 194">
            <a:extLst>
              <a:ext uri="{FF2B5EF4-FFF2-40B4-BE49-F238E27FC236}">
                <a16:creationId xmlns:a16="http://schemas.microsoft.com/office/drawing/2014/main" id="{DAD10B46-1394-3427-8021-AB60E3D3BCDE}"/>
              </a:ext>
            </a:extLst>
          </p:cNvPr>
          <p:cNvGrpSpPr/>
          <p:nvPr/>
        </p:nvGrpSpPr>
        <p:grpSpPr>
          <a:xfrm>
            <a:off x="300037" y="1236592"/>
            <a:ext cx="5555772" cy="5087963"/>
            <a:chOff x="300037" y="1236592"/>
            <a:chExt cx="5555772" cy="5087963"/>
          </a:xfrm>
        </p:grpSpPr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23D5B0C3-EA72-E575-7EC3-241D237E703E}"/>
                </a:ext>
              </a:extLst>
            </p:cNvPr>
            <p:cNvSpPr txBox="1"/>
            <p:nvPr/>
          </p:nvSpPr>
          <p:spPr>
            <a:xfrm>
              <a:off x="1558352" y="1236592"/>
              <a:ext cx="36156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b="1" dirty="0"/>
                <a:t>Clock multiplier mode</a:t>
              </a:r>
              <a:endParaRPr kumimoji="1" lang="ja-JP" altLang="en-US" sz="2000" b="1" dirty="0" err="1"/>
            </a:p>
          </p:txBody>
        </p:sp>
        <p:grpSp>
          <p:nvGrpSpPr>
            <p:cNvPr id="190" name="グループ化 189">
              <a:extLst>
                <a:ext uri="{FF2B5EF4-FFF2-40B4-BE49-F238E27FC236}">
                  <a16:creationId xmlns:a16="http://schemas.microsoft.com/office/drawing/2014/main" id="{9BC7EA2C-1341-5085-C7AC-2169C6FCB83E}"/>
                </a:ext>
              </a:extLst>
            </p:cNvPr>
            <p:cNvGrpSpPr/>
            <p:nvPr/>
          </p:nvGrpSpPr>
          <p:grpSpPr>
            <a:xfrm>
              <a:off x="300037" y="1665375"/>
              <a:ext cx="5555772" cy="4659180"/>
              <a:chOff x="300037" y="1870134"/>
              <a:chExt cx="5555772" cy="4659180"/>
            </a:xfrm>
          </p:grpSpPr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5C231CA1-68F8-1CC7-479C-9E3F46BF0222}"/>
                  </a:ext>
                </a:extLst>
              </p:cNvPr>
              <p:cNvSpPr/>
              <p:nvPr/>
            </p:nvSpPr>
            <p:spPr>
              <a:xfrm>
                <a:off x="1548241" y="1870134"/>
                <a:ext cx="3267429" cy="1410886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kumimoji="1" lang="ja-JP" altLang="en-US" sz="1200" dirty="0" err="1"/>
              </a:p>
            </p:txBody>
          </p:sp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B9C9A329-1E0F-1809-099C-0ABF5EB7C300}"/>
                  </a:ext>
                </a:extLst>
              </p:cNvPr>
              <p:cNvSpPr/>
              <p:nvPr/>
            </p:nvSpPr>
            <p:spPr>
              <a:xfrm>
                <a:off x="1984965" y="3598126"/>
                <a:ext cx="54728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CPU</a:t>
                </a:r>
                <a:endParaRPr kumimoji="1" lang="ja-JP" altLang="en-US" sz="1200" dirty="0"/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E4B2F23D-2729-0C3E-224A-48C57C7922BE}"/>
                  </a:ext>
                </a:extLst>
              </p:cNvPr>
              <p:cNvSpPr/>
              <p:nvPr/>
            </p:nvSpPr>
            <p:spPr>
              <a:xfrm>
                <a:off x="1787266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PFD</a:t>
                </a: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3D841C-B540-62DB-3FC8-DCA442A63658}"/>
                  </a:ext>
                </a:extLst>
              </p:cNvPr>
              <p:cNvSpPr txBox="1"/>
              <p:nvPr/>
            </p:nvSpPr>
            <p:spPr>
              <a:xfrm>
                <a:off x="2913829" y="1881959"/>
                <a:ext cx="529868" cy="242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200" b="1" dirty="0"/>
                  <a:t>PLL</a:t>
                </a:r>
                <a:endParaRPr kumimoji="1" lang="ja-JP" altLang="en-US" sz="1200" b="1" dirty="0" err="1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4036B152-A2C0-471C-03E4-670628769B80}"/>
                  </a:ext>
                </a:extLst>
              </p:cNvPr>
              <p:cNvSpPr/>
              <p:nvPr/>
            </p:nvSpPr>
            <p:spPr>
              <a:xfrm>
                <a:off x="2762191" y="280126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VCO</a:t>
                </a:r>
                <a:endParaRPr lang="ja-JP" altLang="en-US" sz="1100" dirty="0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1B133EF2-5652-10C7-C8D9-F3C0A0DFDC92}"/>
                  </a:ext>
                </a:extLst>
              </p:cNvPr>
              <p:cNvSpPr/>
              <p:nvPr/>
            </p:nvSpPr>
            <p:spPr>
              <a:xfrm>
                <a:off x="300037" y="2221207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Crystal</a:t>
                </a:r>
                <a:br>
                  <a:rPr kumimoji="1" lang="en-US" altLang="ja-JP" sz="1200" dirty="0"/>
                </a:br>
                <a:r>
                  <a:rPr kumimoji="1" lang="en-US" altLang="ja-JP" sz="1200" dirty="0"/>
                  <a:t>Oscillator</a:t>
                </a:r>
                <a:endParaRPr kumimoji="1" lang="ja-JP" altLang="en-US" sz="1200" dirty="0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240BA82F-C4E9-8362-79A3-D76081C69AFC}"/>
                  </a:ext>
                </a:extLst>
              </p:cNvPr>
              <p:cNvSpPr/>
              <p:nvPr/>
            </p:nvSpPr>
            <p:spPr>
              <a:xfrm>
                <a:off x="2762192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Charge</a:t>
                </a:r>
                <a:br>
                  <a:rPr kumimoji="1" lang="en-US" altLang="ja-JP" sz="1100" dirty="0"/>
                </a:br>
                <a:r>
                  <a:rPr kumimoji="1" lang="en-US" altLang="ja-JP" sz="1100" dirty="0"/>
                  <a:t>pump</a:t>
                </a:r>
                <a:endParaRPr kumimoji="1" lang="ja-JP" altLang="en-US" sz="1100" dirty="0"/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1D5F9D42-7396-1EC9-5C4B-10555362418A}"/>
                  </a:ext>
                </a:extLst>
              </p:cNvPr>
              <p:cNvSpPr/>
              <p:nvPr/>
            </p:nvSpPr>
            <p:spPr>
              <a:xfrm>
                <a:off x="5035368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Loop</a:t>
                </a:r>
                <a:br>
                  <a:rPr kumimoji="1" lang="en-US" altLang="ja-JP" sz="1100" dirty="0"/>
                </a:br>
                <a:r>
                  <a:rPr kumimoji="1" lang="en-US" altLang="ja-JP" sz="1100" dirty="0"/>
                  <a:t>Filter</a:t>
                </a:r>
                <a:endParaRPr kumimoji="1" lang="ja-JP" altLang="en-US" sz="1100" dirty="0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976B84E9-6250-D8B6-BF75-C91300816F13}"/>
                  </a:ext>
                </a:extLst>
              </p:cNvPr>
              <p:cNvSpPr/>
              <p:nvPr/>
            </p:nvSpPr>
            <p:spPr>
              <a:xfrm>
                <a:off x="1787266" y="2801263"/>
                <a:ext cx="72026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Divider</a:t>
                </a:r>
                <a:endParaRPr kumimoji="1" lang="ja-JP" altLang="en-US" sz="1200" dirty="0"/>
              </a:p>
            </p:txBody>
          </p: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3D663EC1-D4A8-F8D4-CC6B-2B4F7E7E1665}"/>
                  </a:ext>
                </a:extLst>
              </p:cNvPr>
              <p:cNvCxnSpPr>
                <a:cxnSpLocks/>
                <a:stCxn id="6" idx="3"/>
                <a:endCxn id="11" idx="1"/>
              </p:cNvCxnSpPr>
              <p:nvPr/>
            </p:nvCxnSpPr>
            <p:spPr>
              <a:xfrm>
                <a:off x="2607707" y="2399265"/>
                <a:ext cx="154485" cy="0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D1F407D7-2383-A11B-207F-24352F0E5C6A}"/>
                  </a:ext>
                </a:extLst>
              </p:cNvPr>
              <p:cNvCxnSpPr>
                <a:cxnSpLocks/>
                <a:stCxn id="11" idx="3"/>
                <a:endCxn id="12" idx="1"/>
              </p:cNvCxnSpPr>
              <p:nvPr/>
            </p:nvCxnSpPr>
            <p:spPr>
              <a:xfrm>
                <a:off x="3582633" y="2399265"/>
                <a:ext cx="1452735" cy="0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矢印コネクタ 21">
                <a:extLst>
                  <a:ext uri="{FF2B5EF4-FFF2-40B4-BE49-F238E27FC236}">
                    <a16:creationId xmlns:a16="http://schemas.microsoft.com/office/drawing/2014/main" id="{81021C49-ECCF-BDB8-953A-82490EAF7702}"/>
                  </a:ext>
                </a:extLst>
              </p:cNvPr>
              <p:cNvCxnSpPr>
                <a:cxnSpLocks/>
                <a:stCxn id="9" idx="1"/>
                <a:endCxn id="13" idx="3"/>
              </p:cNvCxnSpPr>
              <p:nvPr/>
            </p:nvCxnSpPr>
            <p:spPr>
              <a:xfrm flipH="1" flipV="1">
                <a:off x="2507527" y="2977574"/>
                <a:ext cx="254664" cy="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8662A64E-62BD-50A7-B4D7-5681D3B948E1}"/>
                  </a:ext>
                </a:extLst>
              </p:cNvPr>
              <p:cNvSpPr txBox="1"/>
              <p:nvPr/>
            </p:nvSpPr>
            <p:spPr>
              <a:xfrm>
                <a:off x="1199144" y="3328071"/>
                <a:ext cx="11020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CLK:80MH</a:t>
                </a:r>
                <a:r>
                  <a:rPr kumimoji="1" lang="en-US" altLang="ja-JP" sz="1400" b="1" dirty="0"/>
                  <a:t>z</a:t>
                </a:r>
                <a:endParaRPr kumimoji="1" lang="ja-JP" altLang="en-US" sz="1400" b="1" dirty="0" err="1"/>
              </a:p>
            </p:txBody>
          </p:sp>
          <p:cxnSp>
            <p:nvCxnSpPr>
              <p:cNvPr id="43" name="直線矢印コネクタ 42">
                <a:extLst>
                  <a:ext uri="{FF2B5EF4-FFF2-40B4-BE49-F238E27FC236}">
                    <a16:creationId xmlns:a16="http://schemas.microsoft.com/office/drawing/2014/main" id="{39AE72BE-8B47-FAD4-AA22-D1CD74AD5904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2147397" y="2571082"/>
                <a:ext cx="0" cy="23018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矢印コネクタ 54">
                <a:extLst>
                  <a:ext uri="{FF2B5EF4-FFF2-40B4-BE49-F238E27FC236}">
                    <a16:creationId xmlns:a16="http://schemas.microsoft.com/office/drawing/2014/main" id="{C0725C30-592D-7548-C5A0-7A4A4EC430D4}"/>
                  </a:ext>
                </a:extLst>
              </p:cNvPr>
              <p:cNvCxnSpPr>
                <a:cxnSpLocks/>
                <a:stCxn id="10" idx="3"/>
                <a:endCxn id="6" idx="1"/>
              </p:cNvCxnSpPr>
              <p:nvPr/>
            </p:nvCxnSpPr>
            <p:spPr>
              <a:xfrm>
                <a:off x="1120478" y="2397518"/>
                <a:ext cx="666788" cy="1747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矢印コネクタ 161">
                <a:extLst>
                  <a:ext uri="{FF2B5EF4-FFF2-40B4-BE49-F238E27FC236}">
                    <a16:creationId xmlns:a16="http://schemas.microsoft.com/office/drawing/2014/main" id="{8D0DBBE5-5F12-0A08-BD51-9ED4A724DAA0}"/>
                  </a:ext>
                </a:extLst>
              </p:cNvPr>
              <p:cNvCxnSpPr>
                <a:cxnSpLocks/>
                <a:stCxn id="160" idx="1"/>
                <a:endCxn id="9" idx="3"/>
              </p:cNvCxnSpPr>
              <p:nvPr/>
            </p:nvCxnSpPr>
            <p:spPr>
              <a:xfrm flipH="1" flipV="1">
                <a:off x="3582632" y="2977575"/>
                <a:ext cx="154484" cy="4493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正方形/長方形 159">
                <a:extLst>
                  <a:ext uri="{FF2B5EF4-FFF2-40B4-BE49-F238E27FC236}">
                    <a16:creationId xmlns:a16="http://schemas.microsoft.com/office/drawing/2014/main" id="{49DDC134-FAD1-C737-BBEE-7793C26034BA}"/>
                  </a:ext>
                </a:extLst>
              </p:cNvPr>
              <p:cNvSpPr/>
              <p:nvPr/>
            </p:nvSpPr>
            <p:spPr>
              <a:xfrm>
                <a:off x="3737116" y="2805757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Buffer</a:t>
                </a:r>
                <a:endParaRPr kumimoji="1" lang="ja-JP" altLang="en-US" sz="1100" dirty="0"/>
              </a:p>
            </p:txBody>
          </p:sp>
          <p:cxnSp>
            <p:nvCxnSpPr>
              <p:cNvPr id="169" name="コネクタ: カギ線 168">
                <a:extLst>
                  <a:ext uri="{FF2B5EF4-FFF2-40B4-BE49-F238E27FC236}">
                    <a16:creationId xmlns:a16="http://schemas.microsoft.com/office/drawing/2014/main" id="{D594D7D7-7BBB-0CFE-6B96-2D187F73D862}"/>
                  </a:ext>
                </a:extLst>
              </p:cNvPr>
              <p:cNvCxnSpPr>
                <a:cxnSpLocks/>
                <a:stCxn id="13" idx="3"/>
                <a:endCxn id="5" idx="0"/>
              </p:cNvCxnSpPr>
              <p:nvPr/>
            </p:nvCxnSpPr>
            <p:spPr>
              <a:xfrm flipH="1">
                <a:off x="2258606" y="2977574"/>
                <a:ext cx="248921" cy="620552"/>
              </a:xfrm>
              <a:prstGeom prst="bentConnector4">
                <a:avLst>
                  <a:gd name="adj1" fmla="val -64625"/>
                  <a:gd name="adj2" fmla="val 64206"/>
                </a:avLst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正方形/長方形 175">
                <a:extLst>
                  <a:ext uri="{FF2B5EF4-FFF2-40B4-BE49-F238E27FC236}">
                    <a16:creationId xmlns:a16="http://schemas.microsoft.com/office/drawing/2014/main" id="{6333F0E6-DB5E-4EBA-B471-C6AFAB898038}"/>
                  </a:ext>
                </a:extLst>
              </p:cNvPr>
              <p:cNvSpPr/>
              <p:nvPr/>
            </p:nvSpPr>
            <p:spPr>
              <a:xfrm>
                <a:off x="2762191" y="3598389"/>
                <a:ext cx="1050385" cy="34122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2x Current</a:t>
                </a:r>
                <a:br>
                  <a:rPr lang="en-US" altLang="ja-JP" sz="1100" dirty="0"/>
                </a:br>
                <a:r>
                  <a:rPr lang="en-US" altLang="ja-JP" sz="1100" dirty="0"/>
                  <a:t>Source</a:t>
                </a:r>
                <a:endParaRPr lang="ja-JP" altLang="en-US" sz="1100" dirty="0"/>
              </a:p>
            </p:txBody>
          </p:sp>
          <p:sp>
            <p:nvSpPr>
              <p:cNvPr id="177" name="テキスト ボックス 176">
                <a:extLst>
                  <a:ext uri="{FF2B5EF4-FFF2-40B4-BE49-F238E27FC236}">
                    <a16:creationId xmlns:a16="http://schemas.microsoft.com/office/drawing/2014/main" id="{2C2CB439-72C8-C613-168B-F2202D41AA5F}"/>
                  </a:ext>
                </a:extLst>
              </p:cNvPr>
              <p:cNvSpPr txBox="1"/>
              <p:nvPr/>
            </p:nvSpPr>
            <p:spPr>
              <a:xfrm>
                <a:off x="3355065" y="3160866"/>
                <a:ext cx="16905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Center Frequency</a:t>
                </a:r>
                <a:br>
                  <a:rPr kumimoji="1" lang="en-US" altLang="ja-JP" sz="1200" b="1" dirty="0"/>
                </a:br>
                <a:r>
                  <a:rPr kumimoji="1" lang="en-US" altLang="ja-JP" sz="1200" b="1" dirty="0"/>
                  <a:t>&amp; KVCO adjust</a:t>
                </a:r>
                <a:endParaRPr kumimoji="1" lang="ja-JP" altLang="en-US" sz="1200" b="1" dirty="0" err="1"/>
              </a:p>
            </p:txBody>
          </p:sp>
          <p:cxnSp>
            <p:nvCxnSpPr>
              <p:cNvPr id="178" name="直線矢印コネクタ 177">
                <a:extLst>
                  <a:ext uri="{FF2B5EF4-FFF2-40B4-BE49-F238E27FC236}">
                    <a16:creationId xmlns:a16="http://schemas.microsoft.com/office/drawing/2014/main" id="{D8D9BCA0-0BCC-4457-F224-12160AF21215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 flipV="1">
                <a:off x="3172410" y="3153886"/>
                <a:ext cx="2" cy="45539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テキスト ボックス 193">
                <a:extLst>
                  <a:ext uri="{FF2B5EF4-FFF2-40B4-BE49-F238E27FC236}">
                    <a16:creationId xmlns:a16="http://schemas.microsoft.com/office/drawing/2014/main" id="{B186E26D-6E91-7DD9-4638-05C1A2014DD1}"/>
                  </a:ext>
                </a:extLst>
              </p:cNvPr>
              <p:cNvSpPr txBox="1"/>
              <p:nvPr/>
            </p:nvSpPr>
            <p:spPr>
              <a:xfrm>
                <a:off x="935369" y="1910683"/>
                <a:ext cx="12257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CLK:10MH</a:t>
                </a:r>
                <a:r>
                  <a:rPr kumimoji="1" lang="en-US" altLang="ja-JP" sz="1400" b="1" dirty="0"/>
                  <a:t>z</a:t>
                </a:r>
                <a:endParaRPr kumimoji="1" lang="ja-JP" altLang="en-US" sz="1400" b="1" dirty="0" err="1"/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B8D2727D-2975-A8FD-3311-3501026468C7}"/>
                  </a:ext>
                </a:extLst>
              </p:cNvPr>
              <p:cNvSpPr txBox="1"/>
              <p:nvPr/>
            </p:nvSpPr>
            <p:spPr>
              <a:xfrm>
                <a:off x="1737118" y="6067649"/>
                <a:ext cx="16905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Center Frequency</a:t>
                </a:r>
                <a:br>
                  <a:rPr kumimoji="1" lang="en-US" altLang="ja-JP" sz="1200" b="1" dirty="0"/>
                </a:br>
                <a:r>
                  <a:rPr kumimoji="1" lang="en-US" altLang="ja-JP" sz="1200" b="1" dirty="0"/>
                  <a:t>&amp; KVCO adjust</a:t>
                </a:r>
                <a:endParaRPr kumimoji="1" lang="ja-JP" altLang="en-US" sz="1200" b="1" dirty="0" err="1"/>
              </a:p>
            </p:txBody>
          </p:sp>
        </p:grpSp>
      </p:grpSp>
      <p:sp>
        <p:nvSpPr>
          <p:cNvPr id="191" name="テキスト ボックス 190">
            <a:extLst>
              <a:ext uri="{FF2B5EF4-FFF2-40B4-BE49-F238E27FC236}">
                <a16:creationId xmlns:a16="http://schemas.microsoft.com/office/drawing/2014/main" id="{27BC560B-2C8B-5D39-7EAB-DAB6D6589673}"/>
              </a:ext>
            </a:extLst>
          </p:cNvPr>
          <p:cNvSpPr txBox="1"/>
          <p:nvPr/>
        </p:nvSpPr>
        <p:spPr>
          <a:xfrm>
            <a:off x="1558352" y="4146546"/>
            <a:ext cx="3615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/>
              <a:t>FM demodulator mode</a:t>
            </a:r>
            <a:endParaRPr kumimoji="1" lang="ja-JP" altLang="en-US" sz="2000" b="1" dirty="0" err="1"/>
          </a:p>
        </p:txBody>
      </p: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DD158E4E-BDD1-A7A1-2D11-35D605C31893}"/>
              </a:ext>
            </a:extLst>
          </p:cNvPr>
          <p:cNvCxnSpPr/>
          <p:nvPr/>
        </p:nvCxnSpPr>
        <p:spPr>
          <a:xfrm flipH="1">
            <a:off x="282804" y="4038600"/>
            <a:ext cx="5558532" cy="0"/>
          </a:xfrm>
          <a:prstGeom prst="line">
            <a:avLst/>
          </a:prstGeom>
          <a:ln w="19050" cap="flat" cmpd="sng" algn="ctr">
            <a:solidFill>
              <a:schemeClr val="tx2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21D75605-793C-F31E-0D3E-24F9E3453AB7}"/>
              </a:ext>
            </a:extLst>
          </p:cNvPr>
          <p:cNvCxnSpPr>
            <a:cxnSpLocks/>
            <a:stCxn id="85" idx="2"/>
            <a:endCxn id="99" idx="3"/>
          </p:cNvCxnSpPr>
          <p:nvPr/>
        </p:nvCxnSpPr>
        <p:spPr>
          <a:xfrm rot="5400000">
            <a:off x="4778935" y="5093611"/>
            <a:ext cx="384829" cy="818055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35DC911C-5B84-7133-EA1E-A3D106D36DB4}"/>
              </a:ext>
            </a:extLst>
          </p:cNvPr>
          <p:cNvCxnSpPr>
            <a:cxnSpLocks/>
            <a:stCxn id="12" idx="2"/>
            <a:endCxn id="160" idx="3"/>
          </p:cNvCxnSpPr>
          <p:nvPr/>
        </p:nvCxnSpPr>
        <p:spPr>
          <a:xfrm rot="5400000">
            <a:off x="4798327" y="2130047"/>
            <a:ext cx="406492" cy="888032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85985AC-6EF3-C9A6-A451-BA00D9CB27FF}"/>
              </a:ext>
            </a:extLst>
          </p:cNvPr>
          <p:cNvSpPr/>
          <p:nvPr/>
        </p:nvSpPr>
        <p:spPr>
          <a:xfrm>
            <a:off x="2555942" y="6329612"/>
            <a:ext cx="1050385" cy="341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2x Current</a:t>
            </a:r>
            <a:br>
              <a:rPr lang="en-US" altLang="ja-JP" sz="1100" dirty="0"/>
            </a:br>
            <a:r>
              <a:rPr lang="en-US" altLang="ja-JP" sz="1100" dirty="0"/>
              <a:t>Source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76520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9D5FA5DD-E72C-C960-5F57-C84FE5650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869548"/>
              </p:ext>
            </p:extLst>
          </p:nvPr>
        </p:nvGraphicFramePr>
        <p:xfrm>
          <a:off x="1546948" y="1992768"/>
          <a:ext cx="9273540" cy="3829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385">
                  <a:extLst>
                    <a:ext uri="{9D8B030D-6E8A-4147-A177-3AD203B41FA5}">
                      <a16:colId xmlns:a16="http://schemas.microsoft.com/office/drawing/2014/main" val="3416857200"/>
                    </a:ext>
                  </a:extLst>
                </a:gridCol>
                <a:gridCol w="2318385">
                  <a:extLst>
                    <a:ext uri="{9D8B030D-6E8A-4147-A177-3AD203B41FA5}">
                      <a16:colId xmlns:a16="http://schemas.microsoft.com/office/drawing/2014/main" val="3127484855"/>
                    </a:ext>
                  </a:extLst>
                </a:gridCol>
                <a:gridCol w="2318385">
                  <a:extLst>
                    <a:ext uri="{9D8B030D-6E8A-4147-A177-3AD203B41FA5}">
                      <a16:colId xmlns:a16="http://schemas.microsoft.com/office/drawing/2014/main" val="1905853128"/>
                    </a:ext>
                  </a:extLst>
                </a:gridCol>
                <a:gridCol w="2318385">
                  <a:extLst>
                    <a:ext uri="{9D8B030D-6E8A-4147-A177-3AD203B41FA5}">
                      <a16:colId xmlns:a16="http://schemas.microsoft.com/office/drawing/2014/main" val="2716991041"/>
                    </a:ext>
                  </a:extLst>
                </a:gridCol>
              </a:tblGrid>
              <a:tr h="59576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Yutaka Kotani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Ashutosh Chakravarty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Cheng Fei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227278"/>
                  </a:ext>
                </a:extLst>
              </a:tr>
              <a:tr h="538621"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Discode</a:t>
                      </a:r>
                      <a:r>
                        <a:rPr kumimoji="1" lang="en-US" altLang="ja-JP" dirty="0"/>
                        <a:t> 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Yutaka KOTANI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Teddy</a:t>
                      </a:r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err="1"/>
                        <a:t>buttercutter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548469"/>
                  </a:ext>
                </a:extLst>
              </a:tr>
              <a:tr h="57005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Academic experience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Bachelor of Computer Science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Bachelors in EE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117524"/>
                  </a:ext>
                </a:extLst>
              </a:tr>
              <a:tr h="190971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Work experience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ja-JP" dirty="0"/>
                        <a:t>Field Application engineer in Semiconductor company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Digital Design</a:t>
                      </a:r>
                      <a:r>
                        <a:rPr kumimoji="1" lang="ja-JP" altLang="en-US" dirty="0"/>
                        <a:t>　</a:t>
                      </a:r>
                      <a:r>
                        <a:rPr kumimoji="1" lang="en-US" altLang="ja-JP" dirty="0"/>
                        <a:t>Engineer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Analog Design Engineer with tape out experience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291655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F6B36A9B-AA9C-7D1D-57F0-C068BE51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Team background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19B233-9D18-55A5-407C-F42808E9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2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AD2C197D-A5BD-B53D-33E3-D1C79C1E83A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08780152"/>
              </p:ext>
            </p:extLst>
          </p:nvPr>
        </p:nvGraphicFramePr>
        <p:xfrm>
          <a:off x="581739" y="1304924"/>
          <a:ext cx="461346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Target Spec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 count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</a:t>
                      </a:r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37921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altLang="ja-JP" sz="1600" dirty="0"/>
                        <a:t>Estimated Area 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999um2</a:t>
                      </a:r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1022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Vdd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　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3.3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3.6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59918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0.8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2.5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666457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pll_out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14809"/>
                  </a:ext>
                </a:extLst>
              </a:tr>
            </a:tbl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B50BB0EF-A062-6862-8714-56BFB7E4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0040F0-2F09-10D6-D2EA-BA4CFBEC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B3133462-E6C4-3C2B-A539-9291370A5A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34085023"/>
              </p:ext>
            </p:extLst>
          </p:nvPr>
        </p:nvGraphicFramePr>
        <p:xfrm>
          <a:off x="6096000" y="1304924"/>
          <a:ext cx="5416866" cy="486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62">
                  <a:extLst>
                    <a:ext uri="{9D8B030D-6E8A-4147-A177-3AD203B41FA5}">
                      <a16:colId xmlns:a16="http://schemas.microsoft.com/office/drawing/2014/main" val="2348467210"/>
                    </a:ext>
                  </a:extLst>
                </a:gridCol>
                <a:gridCol w="1894205">
                  <a:extLst>
                    <a:ext uri="{9D8B030D-6E8A-4147-A177-3AD203B41FA5}">
                      <a16:colId xmlns:a16="http://schemas.microsoft.com/office/drawing/2014/main" val="3856292543"/>
                    </a:ext>
                  </a:extLst>
                </a:gridCol>
                <a:gridCol w="2908299">
                  <a:extLst>
                    <a:ext uri="{9D8B030D-6E8A-4147-A177-3AD203B41FA5}">
                      <a16:colId xmlns:a16="http://schemas.microsoft.com/office/drawing/2014/main" val="1847985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 name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Notes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09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3.3V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18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GND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584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PLL_IN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Reference </a:t>
                      </a:r>
                      <a:r>
                        <a:rPr kumimoji="1" lang="en-US" altLang="ja-JP" sz="1600" dirty="0" err="1"/>
                        <a:t>clk</a:t>
                      </a:r>
                      <a:r>
                        <a:rPr kumimoji="1" lang="en-US" altLang="ja-JP" sz="1600" dirty="0"/>
                        <a:t> input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33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PLL_OUT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Clock multiplier output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36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CEN_FREQ_CUR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Center frequency bias current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59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KVCO_ADJ_CUR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kvco</a:t>
                      </a:r>
                      <a:r>
                        <a:rPr kumimoji="1" lang="en-US" altLang="ja-JP" sz="1600" dirty="0"/>
                        <a:t> adjust bias current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303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MODE_SEL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Hi: Use FM demodulator</a:t>
                      </a:r>
                      <a:br>
                        <a:rPr kumimoji="1" lang="en-US" altLang="ja-JP" sz="1600" dirty="0"/>
                      </a:br>
                      <a:r>
                        <a:rPr kumimoji="1" lang="en-US" altLang="ja-JP" sz="1600" dirty="0"/>
                        <a:t>Low: Use Clock multiplier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66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EXT_FIL_OUT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To Band pass filter 10.7MHz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12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EXT_FIL_IN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From Band pass filter 10.7MHz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757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LF_IN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External Loop filter input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914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11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LF_OUT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External Loop filter output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164135"/>
                  </a:ext>
                </a:extLst>
              </a:tr>
            </a:tbl>
          </a:graphicData>
        </a:graphic>
      </p:graphicFrame>
      <p:graphicFrame>
        <p:nvGraphicFramePr>
          <p:cNvPr id="8" name="コンテンツ プレースホルダー 5">
            <a:extLst>
              <a:ext uri="{FF2B5EF4-FFF2-40B4-BE49-F238E27FC236}">
                <a16:creationId xmlns:a16="http://schemas.microsoft.com/office/drawing/2014/main" id="{A4344AB0-7713-B48D-D723-479B42D085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239457"/>
              </p:ext>
            </p:extLst>
          </p:nvPr>
        </p:nvGraphicFramePr>
        <p:xfrm>
          <a:off x="581739" y="3316604"/>
          <a:ext cx="461346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Clock multiplier mode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9.9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10.1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011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pll_out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79.9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80.1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36074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Divider ratio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1/8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6435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Cen_freq_cur</a:t>
                      </a:r>
                      <a:r>
                        <a:rPr kumimoji="1" lang="en-US" altLang="ja-JP" sz="1600" dirty="0"/>
                        <a:t> [</a:t>
                      </a:r>
                      <a:r>
                        <a:rPr kumimoji="1" lang="en-US" altLang="ja-JP" sz="1600" dirty="0" err="1"/>
                        <a:t>uA</a:t>
                      </a:r>
                      <a:r>
                        <a:rPr kumimoji="1" lang="en-US" altLang="ja-JP" sz="1600" dirty="0"/>
                        <a:t>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13006"/>
                  </a:ext>
                </a:extLst>
              </a:tr>
            </a:tbl>
          </a:graphicData>
        </a:graphic>
      </p:graphicFrame>
      <p:graphicFrame>
        <p:nvGraphicFramePr>
          <p:cNvPr id="9" name="コンテンツ プレースホルダー 5">
            <a:extLst>
              <a:ext uri="{FF2B5EF4-FFF2-40B4-BE49-F238E27FC236}">
                <a16:creationId xmlns:a16="http://schemas.microsoft.com/office/drawing/2014/main" id="{85130EE0-E336-1F8A-A18F-D11B87AA2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099130"/>
              </p:ext>
            </p:extLst>
          </p:nvPr>
        </p:nvGraphicFramePr>
        <p:xfrm>
          <a:off x="581739" y="4993004"/>
          <a:ext cx="46642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FM demodulator mode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dmod_out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16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Cen_freq_cur</a:t>
                      </a:r>
                      <a:r>
                        <a:rPr kumimoji="1" lang="en-US" altLang="ja-JP" sz="1600" dirty="0"/>
                        <a:t> [</a:t>
                      </a:r>
                      <a:r>
                        <a:rPr kumimoji="1" lang="en-US" altLang="ja-JP" sz="1600" dirty="0" err="1"/>
                        <a:t>uA</a:t>
                      </a:r>
                      <a:r>
                        <a:rPr kumimoji="1" lang="en-US" altLang="ja-JP" sz="1600" dirty="0"/>
                        <a:t>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13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57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1">
            <a:extLst>
              <a:ext uri="{FF2B5EF4-FFF2-40B4-BE49-F238E27FC236}">
                <a16:creationId xmlns:a16="http://schemas.microsoft.com/office/drawing/2014/main" id="{FA44D5BC-A23A-00B0-769D-4F747F86B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Block diagram - Clock multiplier mode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815B160-C694-B7BB-59D8-80550C14EF43}"/>
              </a:ext>
            </a:extLst>
          </p:cNvPr>
          <p:cNvGrpSpPr/>
          <p:nvPr/>
        </p:nvGrpSpPr>
        <p:grpSpPr>
          <a:xfrm>
            <a:off x="861794" y="1481138"/>
            <a:ext cx="10468412" cy="5208587"/>
            <a:chOff x="1549400" y="1481138"/>
            <a:chExt cx="10468412" cy="5208587"/>
          </a:xfrm>
        </p:grpSpPr>
        <p:sp>
          <p:nvSpPr>
            <p:cNvPr id="4" name="Rectangle 485">
              <a:extLst>
                <a:ext uri="{FF2B5EF4-FFF2-40B4-BE49-F238E27FC236}">
                  <a16:creationId xmlns:a16="http://schemas.microsoft.com/office/drawing/2014/main" id="{8E17A2C9-8285-541D-A4E7-A6308A77F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3125" y="4813300"/>
              <a:ext cx="692150" cy="1020763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5" name="Rectangle 485">
              <a:extLst>
                <a:ext uri="{FF2B5EF4-FFF2-40B4-BE49-F238E27FC236}">
                  <a16:creationId xmlns:a16="http://schemas.microsoft.com/office/drawing/2014/main" id="{8A19E09C-0CA2-0DF3-C7C7-71571CAA3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531" y="2066925"/>
              <a:ext cx="2533643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6" name="Text Box 42">
              <a:extLst>
                <a:ext uri="{FF2B5EF4-FFF2-40B4-BE49-F238E27FC236}">
                  <a16:creationId xmlns:a16="http://schemas.microsoft.com/office/drawing/2014/main" id="{CAA16CE6-B060-D4A6-8FA5-E675EAF85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4237" y="1727200"/>
              <a:ext cx="628650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VCO</a:t>
              </a:r>
            </a:p>
          </p:txBody>
        </p:sp>
        <p:sp>
          <p:nvSpPr>
            <p:cNvPr id="7" name="Rectangle 485">
              <a:extLst>
                <a:ext uri="{FF2B5EF4-FFF2-40B4-BE49-F238E27FC236}">
                  <a16:creationId xmlns:a16="http://schemas.microsoft.com/office/drawing/2014/main" id="{C1D72A0E-E3C0-EDFC-9266-40313D46C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4663" y="2079625"/>
              <a:ext cx="2284412" cy="22987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8" name="Rectangle 485">
              <a:extLst>
                <a:ext uri="{FF2B5EF4-FFF2-40B4-BE49-F238E27FC236}">
                  <a16:creationId xmlns:a16="http://schemas.microsoft.com/office/drawing/2014/main" id="{E2D8B1D2-AE55-C3F9-D9FA-066B54DF4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675" y="2079625"/>
              <a:ext cx="727075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9" name="Rectangle 485">
              <a:extLst>
                <a:ext uri="{FF2B5EF4-FFF2-40B4-BE49-F238E27FC236}">
                  <a16:creationId xmlns:a16="http://schemas.microsoft.com/office/drawing/2014/main" id="{7B8826BA-54FD-E5B5-0104-99B978E0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463" y="2079625"/>
              <a:ext cx="1598612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cxnSp>
          <p:nvCxnSpPr>
            <p:cNvPr id="2060" name="Straight Connector 19">
              <a:extLst>
                <a:ext uri="{FF2B5EF4-FFF2-40B4-BE49-F238E27FC236}">
                  <a16:creationId xmlns:a16="http://schemas.microsoft.com/office/drawing/2014/main" id="{AD6C69FD-6CB3-E42C-FDC4-60527FA5B320}"/>
                </a:ext>
              </a:extLst>
            </p:cNvPr>
            <p:cNvCxnSpPr>
              <a:cxnSpLocks noChangeShapeType="1"/>
              <a:stCxn id="2141" idx="2"/>
              <a:endCxn id="2136" idx="0"/>
            </p:cNvCxnSpPr>
            <p:nvPr/>
          </p:nvCxnSpPr>
          <p:spPr bwMode="auto">
            <a:xfrm flipV="1">
              <a:off x="4265417" y="2641683"/>
              <a:ext cx="153176" cy="2684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1" name="Line 341">
              <a:extLst>
                <a:ext uri="{FF2B5EF4-FFF2-40B4-BE49-F238E27FC236}">
                  <a16:creationId xmlns:a16="http://schemas.microsoft.com/office/drawing/2014/main" id="{10EE63AF-E50E-DDC8-4B47-7D2AF6551D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385775" y="2551183"/>
              <a:ext cx="0" cy="1825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62" name="TextBox 2">
              <a:extLst>
                <a:ext uri="{FF2B5EF4-FFF2-40B4-BE49-F238E27FC236}">
                  <a16:creationId xmlns:a16="http://schemas.microsoft.com/office/drawing/2014/main" id="{5076CE53-5F56-6B10-70C3-14E3A1032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0820" y="2725627"/>
              <a:ext cx="304837" cy="523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-</a:t>
              </a:r>
            </a:p>
          </p:txBody>
        </p:sp>
        <p:sp>
          <p:nvSpPr>
            <p:cNvPr id="2063" name="Oval 339">
              <a:extLst>
                <a:ext uri="{FF2B5EF4-FFF2-40B4-BE49-F238E27FC236}">
                  <a16:creationId xmlns:a16="http://schemas.microsoft.com/office/drawing/2014/main" id="{9C4AED35-290D-754D-1380-F5F66BA90B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746004" y="2366987"/>
              <a:ext cx="549282" cy="54936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64" name="Line 340">
              <a:extLst>
                <a:ext uri="{FF2B5EF4-FFF2-40B4-BE49-F238E27FC236}">
                  <a16:creationId xmlns:a16="http://schemas.microsoft.com/office/drawing/2014/main" id="{009F5F9B-984A-2964-D5F4-950D32BA05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653928" y="2551183"/>
              <a:ext cx="0" cy="1825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65" name="Text Box 346">
              <a:extLst>
                <a:ext uri="{FF2B5EF4-FFF2-40B4-BE49-F238E27FC236}">
                  <a16:creationId xmlns:a16="http://schemas.microsoft.com/office/drawing/2014/main" id="{B4558F0A-5E98-3B4D-4792-4D07B5214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2793179" y="2339779"/>
              <a:ext cx="450856" cy="641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/>
                <a:t>+</a:t>
              </a:r>
            </a:p>
          </p:txBody>
        </p:sp>
        <p:sp>
          <p:nvSpPr>
            <p:cNvPr id="2066" name="Freeform 357">
              <a:extLst>
                <a:ext uri="{FF2B5EF4-FFF2-40B4-BE49-F238E27FC236}">
                  <a16:creationId xmlns:a16="http://schemas.microsoft.com/office/drawing/2014/main" id="{3DB0B748-2EFF-0DCA-BC6A-4FEC2D98CAF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563439" y="2641672"/>
              <a:ext cx="914412" cy="457279"/>
            </a:xfrm>
            <a:custGeom>
              <a:avLst/>
              <a:gdLst>
                <a:gd name="T0" fmla="*/ 0 w 576"/>
                <a:gd name="T1" fmla="*/ 725805000 h 288"/>
                <a:gd name="T2" fmla="*/ 725805000 w 576"/>
                <a:gd name="T3" fmla="*/ 0 h 288"/>
                <a:gd name="T4" fmla="*/ 1451610000 w 576"/>
                <a:gd name="T5" fmla="*/ 725805000 h 288"/>
                <a:gd name="T6" fmla="*/ 0 w 576"/>
                <a:gd name="T7" fmla="*/ 725805000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288">
                  <a:moveTo>
                    <a:pt x="0" y="288"/>
                  </a:moveTo>
                  <a:lnTo>
                    <a:pt x="288" y="0"/>
                  </a:lnTo>
                  <a:lnTo>
                    <a:pt x="576" y="288"/>
                  </a:lnTo>
                  <a:lnTo>
                    <a:pt x="0" y="288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2067" name="Freeform 229">
              <a:extLst>
                <a:ext uri="{FF2B5EF4-FFF2-40B4-BE49-F238E27FC236}">
                  <a16:creationId xmlns:a16="http://schemas.microsoft.com/office/drawing/2014/main" id="{005C19B5-71E8-F21B-6E2C-6AADFE576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125" y="2474913"/>
              <a:ext cx="534988" cy="330200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27242 w 288"/>
                <a:gd name="T5" fmla="*/ 330143 h 115"/>
                <a:gd name="T6" fmla="*/ 534981 w 288"/>
                <a:gd name="T7" fmla="*/ 163636 h 115"/>
                <a:gd name="T8" fmla="*/ 427242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φin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2068" name="直線矢印コネクタ 17">
              <a:extLst>
                <a:ext uri="{FF2B5EF4-FFF2-40B4-BE49-F238E27FC236}">
                  <a16:creationId xmlns:a16="http://schemas.microsoft.com/office/drawing/2014/main" id="{4DD0829E-A212-59D1-737D-08AE99C29D94}"/>
                </a:ext>
              </a:extLst>
            </p:cNvPr>
            <p:cNvCxnSpPr>
              <a:cxnSpLocks noChangeShapeType="1"/>
              <a:stCxn id="2067" idx="3"/>
              <a:endCxn id="2063" idx="6"/>
            </p:cNvCxnSpPr>
            <p:nvPr/>
          </p:nvCxnSpPr>
          <p:spPr bwMode="auto">
            <a:xfrm>
              <a:off x="2170783" y="2638467"/>
              <a:ext cx="575221" cy="320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069" name="グループ化 18">
              <a:extLst>
                <a:ext uri="{FF2B5EF4-FFF2-40B4-BE49-F238E27FC236}">
                  <a16:creationId xmlns:a16="http://schemas.microsoft.com/office/drawing/2014/main" id="{E1030C5D-0429-1951-B565-25E7CBE6B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1005" y="2276004"/>
              <a:ext cx="914412" cy="733551"/>
              <a:chOff x="2744726" y="3298865"/>
              <a:chExt cx="914400" cy="733425"/>
            </a:xfrm>
          </p:grpSpPr>
          <p:grpSp>
            <p:nvGrpSpPr>
              <p:cNvPr id="2138" name="Group 864">
                <a:extLst>
                  <a:ext uri="{FF2B5EF4-FFF2-40B4-BE49-F238E27FC236}">
                    <a16:creationId xmlns:a16="http://schemas.microsoft.com/office/drawing/2014/main" id="{DD15F0CD-0BD0-84E0-A897-D2C1CD49BB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726" y="3298865"/>
                <a:ext cx="914400" cy="733425"/>
                <a:chOff x="1843" y="1698"/>
                <a:chExt cx="576" cy="462"/>
              </a:xfrm>
            </p:grpSpPr>
            <p:grpSp>
              <p:nvGrpSpPr>
                <p:cNvPr id="2140" name="Group 60">
                  <a:extLst>
                    <a:ext uri="{FF2B5EF4-FFF2-40B4-BE49-F238E27FC236}">
                      <a16:creationId xmlns:a16="http://schemas.microsoft.com/office/drawing/2014/main" id="{9AF6FFAA-AC91-6FE2-34DA-EE2A61C17A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42" name="Line 55">
                    <a:extLst>
                      <a:ext uri="{FF2B5EF4-FFF2-40B4-BE49-F238E27FC236}">
                        <a16:creationId xmlns:a16="http://schemas.microsoft.com/office/drawing/2014/main" id="{1F82F3FA-37BC-DDB7-E353-7857211809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43" name="AutoShape 56">
                    <a:extLst>
                      <a:ext uri="{FF2B5EF4-FFF2-40B4-BE49-F238E27FC236}">
                        <a16:creationId xmlns:a16="http://schemas.microsoft.com/office/drawing/2014/main" id="{E7853F79-96A4-148F-98C0-485DF6E3BA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41" name="Freeform 863">
                  <a:extLst>
                    <a:ext uri="{FF2B5EF4-FFF2-40B4-BE49-F238E27FC236}">
                      <a16:creationId xmlns:a16="http://schemas.microsoft.com/office/drawing/2014/main" id="{7840A8EC-08AE-B446-64E8-D86429E776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2139" name="Text Box 42">
                <a:extLst>
                  <a:ext uri="{FF2B5EF4-FFF2-40B4-BE49-F238E27FC236}">
                    <a16:creationId xmlns:a16="http://schemas.microsoft.com/office/drawing/2014/main" id="{88A34F3A-1D08-18C7-DFC4-A3CE2CC68E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3150" y="3389808"/>
                <a:ext cx="308094" cy="523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cs typeface="Times New Roman" panose="02020603050405020304" pitchFamily="18" charset="0"/>
                  </a:rPr>
                  <a:t>1</a:t>
                </a:r>
                <a:br>
                  <a:rPr lang="en-US" altLang="en-US" sz="1400">
                    <a:cs typeface="Times New Roman" panose="02020603050405020304" pitchFamily="18" charset="0"/>
                  </a:rPr>
                </a:br>
                <a:r>
                  <a:rPr lang="en-US" altLang="ja-JP" sz="140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π</a:t>
                </a:r>
                <a:endParaRPr lang="en-US" altLang="en-US" sz="1400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Text Box 42">
              <a:extLst>
                <a:ext uri="{FF2B5EF4-FFF2-40B4-BE49-F238E27FC236}">
                  <a16:creationId xmlns:a16="http://schemas.microsoft.com/office/drawing/2014/main" id="{BC5A717B-5638-1CC2-112D-322467F3D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1925" y="2132013"/>
              <a:ext cx="620713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Duty</a:t>
              </a:r>
              <a:br>
                <a:rPr lang="en-US" altLang="en-US" sz="12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-1</a:t>
              </a:r>
              <a:r>
                <a:rPr lang="ja-JP" altLang="en-US" sz="1200" dirty="0">
                  <a:latin typeface="+mj-lt"/>
                  <a:cs typeface="Times New Roman" panose="02020603050405020304" pitchFamily="18" charset="0"/>
                </a:rPr>
                <a:t> </a:t>
              </a:r>
              <a:r>
                <a:rPr lang="en-US" altLang="ja-JP" sz="1200" dirty="0">
                  <a:latin typeface="+mj-lt"/>
                  <a:cs typeface="Times New Roman" panose="02020603050405020304" pitchFamily="18" charset="0"/>
                </a:rPr>
                <a:t>to 1</a:t>
              </a:r>
              <a:endParaRPr lang="en-US" altLang="en-US" sz="1200" dirty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2071" name="グループ化 20">
              <a:extLst>
                <a:ext uri="{FF2B5EF4-FFF2-40B4-BE49-F238E27FC236}">
                  <a16:creationId xmlns:a16="http://schemas.microsoft.com/office/drawing/2014/main" id="{4B7B0CD5-E547-15E1-A33A-3A7FB9DE0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8593" y="2274907"/>
              <a:ext cx="914412" cy="733551"/>
              <a:chOff x="3940565" y="3304121"/>
              <a:chExt cx="914400" cy="733425"/>
            </a:xfrm>
          </p:grpSpPr>
          <p:grpSp>
            <p:nvGrpSpPr>
              <p:cNvPr id="2132" name="Group 864">
                <a:extLst>
                  <a:ext uri="{FF2B5EF4-FFF2-40B4-BE49-F238E27FC236}">
                    <a16:creationId xmlns:a16="http://schemas.microsoft.com/office/drawing/2014/main" id="{66AE247B-2C59-8CB5-722D-58A1F86770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34" name="Group 60">
                  <a:extLst>
                    <a:ext uri="{FF2B5EF4-FFF2-40B4-BE49-F238E27FC236}">
                      <a16:creationId xmlns:a16="http://schemas.microsoft.com/office/drawing/2014/main" id="{924A153C-CE3D-59BF-4EDA-BFAFB5DE33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36" name="Line 55">
                    <a:extLst>
                      <a:ext uri="{FF2B5EF4-FFF2-40B4-BE49-F238E27FC236}">
                        <a16:creationId xmlns:a16="http://schemas.microsoft.com/office/drawing/2014/main" id="{33C1D9D6-BF6C-AE05-B7F1-48F33C2AA9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37" name="AutoShape 56">
                    <a:extLst>
                      <a:ext uri="{FF2B5EF4-FFF2-40B4-BE49-F238E27FC236}">
                        <a16:creationId xmlns:a16="http://schemas.microsoft.com/office/drawing/2014/main" id="{D5DC36E7-C639-4B00-2880-A3AE92C8FB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35" name="Freeform 863">
                  <a:extLst>
                    <a:ext uri="{FF2B5EF4-FFF2-40B4-BE49-F238E27FC236}">
                      <a16:creationId xmlns:a16="http://schemas.microsoft.com/office/drawing/2014/main" id="{B56AB403-5213-84BF-4554-62097B2898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83" name="Text Box 42">
                <a:extLst>
                  <a:ext uri="{FF2B5EF4-FFF2-40B4-BE49-F238E27FC236}">
                    <a16:creationId xmlns:a16="http://schemas.microsoft.com/office/drawing/2014/main" id="{12933A38-C536-561A-B63A-AC79A9C8D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7620" y="3496156"/>
                <a:ext cx="563556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Ibias</a:t>
                </a:r>
                <a:endParaRPr lang="en-US" altLang="en-US" sz="1600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72" name="グループ化 21">
              <a:extLst>
                <a:ext uri="{FF2B5EF4-FFF2-40B4-BE49-F238E27FC236}">
                  <a16:creationId xmlns:a16="http://schemas.microsoft.com/office/drawing/2014/main" id="{311B4E66-73D2-3815-9EF9-23784637C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61053" y="2279288"/>
              <a:ext cx="914412" cy="733551"/>
              <a:chOff x="5645385" y="3311463"/>
              <a:chExt cx="914400" cy="733425"/>
            </a:xfrm>
          </p:grpSpPr>
          <p:grpSp>
            <p:nvGrpSpPr>
              <p:cNvPr id="2126" name="Group 864">
                <a:extLst>
                  <a:ext uri="{FF2B5EF4-FFF2-40B4-BE49-F238E27FC236}">
                    <a16:creationId xmlns:a16="http://schemas.microsoft.com/office/drawing/2014/main" id="{D2D7ADBE-7F64-11D3-0E1B-1869A7F67C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45385" y="3311463"/>
                <a:ext cx="914400" cy="733425"/>
                <a:chOff x="1843" y="1698"/>
                <a:chExt cx="576" cy="462"/>
              </a:xfrm>
            </p:grpSpPr>
            <p:sp>
              <p:nvSpPr>
                <p:cNvPr id="2131" name="AutoShape 56">
                  <a:extLst>
                    <a:ext uri="{FF2B5EF4-FFF2-40B4-BE49-F238E27FC236}">
                      <a16:creationId xmlns:a16="http://schemas.microsoft.com/office/drawing/2014/main" id="{76262B81-9408-6DAF-65DE-6F2F43FC0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912" y="1768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129" name="Freeform 863">
                  <a:extLst>
                    <a:ext uri="{FF2B5EF4-FFF2-40B4-BE49-F238E27FC236}">
                      <a16:creationId xmlns:a16="http://schemas.microsoft.com/office/drawing/2014/main" id="{63EB9510-DBD9-D012-3884-B11410C3D8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77" name="Text Box 42">
                <a:extLst>
                  <a:ext uri="{FF2B5EF4-FFF2-40B4-BE49-F238E27FC236}">
                    <a16:creationId xmlns:a16="http://schemas.microsoft.com/office/drawing/2014/main" id="{8596F0C2-7D4E-6B58-1A2B-C1B2771A8F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1731" y="3517636"/>
                <a:ext cx="584192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Kvco</a:t>
                </a:r>
              </a:p>
            </p:txBody>
          </p:sp>
        </p:grpSp>
        <p:sp>
          <p:nvSpPr>
            <p:cNvPr id="2073" name="AutoShape 56">
              <a:extLst>
                <a:ext uri="{FF2B5EF4-FFF2-40B4-BE49-F238E27FC236}">
                  <a16:creationId xmlns:a16="http://schemas.microsoft.com/office/drawing/2014/main" id="{1DB70A1E-6239-A314-37E8-3AE362971C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899957" y="5039921"/>
              <a:ext cx="731964" cy="51118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74" name="Freeform 863">
              <a:extLst>
                <a:ext uri="{FF2B5EF4-FFF2-40B4-BE49-F238E27FC236}">
                  <a16:creationId xmlns:a16="http://schemas.microsoft.com/office/drawing/2014/main" id="{2BC8B516-12BD-7B7F-1DF4-35156AF6B2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26989" y="4930325"/>
              <a:ext cx="914412" cy="731964"/>
            </a:xfrm>
            <a:custGeom>
              <a:avLst/>
              <a:gdLst>
                <a:gd name="T0" fmla="*/ 0 w 576"/>
                <a:gd name="T1" fmla="*/ 582157285 h 461"/>
                <a:gd name="T2" fmla="*/ 289818763 w 576"/>
                <a:gd name="T3" fmla="*/ 1161793619 h 461"/>
                <a:gd name="T4" fmla="*/ 1451610000 w 576"/>
                <a:gd name="T5" fmla="*/ 582157285 h 461"/>
                <a:gd name="T6" fmla="*/ 289818763 w 576"/>
                <a:gd name="T7" fmla="*/ 0 h 461"/>
                <a:gd name="T8" fmla="*/ 0 w 576"/>
                <a:gd name="T9" fmla="*/ 582157285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" h="461">
                  <a:moveTo>
                    <a:pt x="0" y="231"/>
                  </a:moveTo>
                  <a:lnTo>
                    <a:pt x="115" y="461"/>
                  </a:lnTo>
                  <a:lnTo>
                    <a:pt x="576" y="231"/>
                  </a:lnTo>
                  <a:lnTo>
                    <a:pt x="115" y="0"/>
                  </a:lnTo>
                  <a:lnTo>
                    <a:pt x="0" y="231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25" name="Text Box 42">
              <a:extLst>
                <a:ext uri="{FF2B5EF4-FFF2-40B4-BE49-F238E27FC236}">
                  <a16:creationId xmlns:a16="http://schemas.microsoft.com/office/drawing/2014/main" id="{9322B0D9-9823-755C-1593-2EA8DAC30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040438" y="5121275"/>
              <a:ext cx="503237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1/N</a:t>
              </a:r>
            </a:p>
          </p:txBody>
        </p:sp>
        <p:sp>
          <p:nvSpPr>
            <p:cNvPr id="26" name="Text Box 42">
              <a:extLst>
                <a:ext uri="{FF2B5EF4-FFF2-40B4-BE49-F238E27FC236}">
                  <a16:creationId xmlns:a16="http://schemas.microsoft.com/office/drawing/2014/main" id="{EE8BD7B9-A198-89E8-06B7-1A70712BF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025" y="1727200"/>
              <a:ext cx="593725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PFD</a:t>
              </a:r>
            </a:p>
          </p:txBody>
        </p:sp>
        <p:sp>
          <p:nvSpPr>
            <p:cNvPr id="27" name="Text Box 42">
              <a:extLst>
                <a:ext uri="{FF2B5EF4-FFF2-40B4-BE49-F238E27FC236}">
                  <a16:creationId xmlns:a16="http://schemas.microsoft.com/office/drawing/2014/main" id="{97AC6FBE-19CB-8A7F-485C-8B22C35DC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363" y="1481138"/>
              <a:ext cx="889000" cy="584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Charge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 pump</a:t>
              </a:r>
            </a:p>
          </p:txBody>
        </p:sp>
        <p:sp>
          <p:nvSpPr>
            <p:cNvPr id="2078" name="Text Box 42">
              <a:extLst>
                <a:ext uri="{FF2B5EF4-FFF2-40B4-BE49-F238E27FC236}">
                  <a16:creationId xmlns:a16="http://schemas.microsoft.com/office/drawing/2014/main" id="{095282BE-7303-D867-606B-E3D3C0561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938" y="4919663"/>
              <a:ext cx="579437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60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φdiv</a:t>
              </a:r>
              <a:endParaRPr lang="en-US" altLang="en-US" sz="160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grpSp>
          <p:nvGrpSpPr>
            <p:cNvPr id="2079" name="グループ化 28">
              <a:extLst>
                <a:ext uri="{FF2B5EF4-FFF2-40B4-BE49-F238E27FC236}">
                  <a16:creationId xmlns:a16="http://schemas.microsoft.com/office/drawing/2014/main" id="{3FD83F4C-7D4A-588E-BB19-B361C97BE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81220" y="2274907"/>
              <a:ext cx="914412" cy="733551"/>
              <a:chOff x="3940565" y="3304121"/>
              <a:chExt cx="914400" cy="733425"/>
            </a:xfrm>
          </p:grpSpPr>
          <p:grpSp>
            <p:nvGrpSpPr>
              <p:cNvPr id="2120" name="Group 864">
                <a:extLst>
                  <a:ext uri="{FF2B5EF4-FFF2-40B4-BE49-F238E27FC236}">
                    <a16:creationId xmlns:a16="http://schemas.microsoft.com/office/drawing/2014/main" id="{D598AC6B-3D9D-B0BB-2BB1-F8E985D7A4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22" name="Group 60">
                  <a:extLst>
                    <a:ext uri="{FF2B5EF4-FFF2-40B4-BE49-F238E27FC236}">
                      <a16:creationId xmlns:a16="http://schemas.microsoft.com/office/drawing/2014/main" id="{4847312B-726A-3948-300A-33649BCC38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24" name="Line 55">
                    <a:extLst>
                      <a:ext uri="{FF2B5EF4-FFF2-40B4-BE49-F238E27FC236}">
                        <a16:creationId xmlns:a16="http://schemas.microsoft.com/office/drawing/2014/main" id="{B22FED08-BCFB-D1AA-311A-2D9C659448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25" name="AutoShape 56">
                    <a:extLst>
                      <a:ext uri="{FF2B5EF4-FFF2-40B4-BE49-F238E27FC236}">
                        <a16:creationId xmlns:a16="http://schemas.microsoft.com/office/drawing/2014/main" id="{81F14F2C-AA53-9029-90DA-14EE109A7B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23" name="Freeform 863">
                  <a:extLst>
                    <a:ext uri="{FF2B5EF4-FFF2-40B4-BE49-F238E27FC236}">
                      <a16:creationId xmlns:a16="http://schemas.microsoft.com/office/drawing/2014/main" id="{F1AC7044-6D34-C6FD-61BF-3D3F7C1922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71" name="Text Box 42">
                <a:extLst>
                  <a:ext uri="{FF2B5EF4-FFF2-40B4-BE49-F238E27FC236}">
                    <a16:creationId xmlns:a16="http://schemas.microsoft.com/office/drawing/2014/main" id="{AB24A54C-B7D1-F82C-E57A-37A6C5F2C3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7218" y="3540598"/>
                <a:ext cx="414333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R1</a:t>
                </a:r>
              </a:p>
            </p:txBody>
          </p:sp>
        </p:grpSp>
        <p:cxnSp>
          <p:nvCxnSpPr>
            <p:cNvPr id="2080" name="直線コネクタ 29">
              <a:extLst>
                <a:ext uri="{FF2B5EF4-FFF2-40B4-BE49-F238E27FC236}">
                  <a16:creationId xmlns:a16="http://schemas.microsoft.com/office/drawing/2014/main" id="{8F05E8E9-A8CA-2F75-FB95-6227636564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25336" y="2641398"/>
              <a:ext cx="311031" cy="649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" name="Text Box 42">
              <a:extLst>
                <a:ext uri="{FF2B5EF4-FFF2-40B4-BE49-F238E27FC236}">
                  <a16:creationId xmlns:a16="http://schemas.microsoft.com/office/drawing/2014/main" id="{42FE1077-E908-2C6E-0D43-4194FDDC3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938" y="5867400"/>
              <a:ext cx="1909762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Divider</a:t>
              </a:r>
            </a:p>
          </p:txBody>
        </p:sp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DC3AF292-FE88-6F03-7F2D-E3C7BFC9D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9338" y="2132013"/>
              <a:ext cx="1096962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Current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-Ibias to Ibias</a:t>
              </a:r>
            </a:p>
          </p:txBody>
        </p:sp>
        <p:sp>
          <p:nvSpPr>
            <p:cNvPr id="33" name="Text Box 42">
              <a:extLst>
                <a:ext uri="{FF2B5EF4-FFF2-40B4-BE49-F238E27FC236}">
                  <a16:creationId xmlns:a16="http://schemas.microsoft.com/office/drawing/2014/main" id="{92D6ACD3-3E2A-7F51-EF2A-C3EDF595F5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103" y="2132013"/>
              <a:ext cx="695325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Voltage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Vin</a:t>
              </a:r>
            </a:p>
          </p:txBody>
        </p:sp>
        <p:sp>
          <p:nvSpPr>
            <p:cNvPr id="34" name="Text Box 42">
              <a:extLst>
                <a:ext uri="{FF2B5EF4-FFF2-40B4-BE49-F238E27FC236}">
                  <a16:creationId xmlns:a16="http://schemas.microsoft.com/office/drawing/2014/main" id="{0E8F96F1-86A5-BCE0-8E1A-73DC6AEE5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963" y="2290763"/>
              <a:ext cx="619125" cy="277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Phase</a:t>
              </a:r>
            </a:p>
          </p:txBody>
        </p:sp>
        <p:sp>
          <p:nvSpPr>
            <p:cNvPr id="35" name="Text Box 42">
              <a:extLst>
                <a:ext uri="{FF2B5EF4-FFF2-40B4-BE49-F238E27FC236}">
                  <a16:creationId xmlns:a16="http://schemas.microsoft.com/office/drawing/2014/main" id="{E2A3A6DC-6B87-32A3-5189-5095CBCFB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9400" y="1865313"/>
              <a:ext cx="593725" cy="585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REF</a:t>
              </a:r>
              <a:br>
                <a:rPr lang="en-US" altLang="en-US" sz="16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CLK</a:t>
              </a:r>
            </a:p>
          </p:txBody>
        </p:sp>
        <p:cxnSp>
          <p:nvCxnSpPr>
            <p:cNvPr id="2086" name="Straight Connector 19">
              <a:extLst>
                <a:ext uri="{FF2B5EF4-FFF2-40B4-BE49-F238E27FC236}">
                  <a16:creationId xmlns:a16="http://schemas.microsoft.com/office/drawing/2014/main" id="{E86027D7-8018-5D20-C427-9726E5493AB6}"/>
                </a:ext>
              </a:extLst>
            </p:cNvPr>
            <p:cNvCxnSpPr>
              <a:cxnSpLocks noChangeShapeType="1"/>
              <a:stCxn id="2136" idx="1"/>
              <a:endCxn id="2124" idx="0"/>
            </p:cNvCxnSpPr>
            <p:nvPr/>
          </p:nvCxnSpPr>
          <p:spPr bwMode="auto">
            <a:xfrm flipV="1">
              <a:off x="5333004" y="2641683"/>
              <a:ext cx="348215" cy="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87" name="Rectangle 485">
              <a:extLst>
                <a:ext uri="{FF2B5EF4-FFF2-40B4-BE49-F238E27FC236}">
                  <a16:creationId xmlns:a16="http://schemas.microsoft.com/office/drawing/2014/main" id="{1C64E21D-4F04-95E2-7332-634BF630B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5632" y="3442727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3600" b="1">
                  <a:ea typeface="ＭＳ Ｐゴシック" panose="020B0600070205080204" pitchFamily="50" charset="-128"/>
                </a:rPr>
                <a:t>∫</a:t>
              </a:r>
              <a:endParaRPr lang="en-US" altLang="en-US" sz="3600" b="1"/>
            </a:p>
          </p:txBody>
        </p:sp>
        <p:grpSp>
          <p:nvGrpSpPr>
            <p:cNvPr id="2088" name="グループ化 37">
              <a:extLst>
                <a:ext uri="{FF2B5EF4-FFF2-40B4-BE49-F238E27FC236}">
                  <a16:creationId xmlns:a16="http://schemas.microsoft.com/office/drawing/2014/main" id="{A7C4DA6E-8512-A126-E6C6-78AE671C0F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81220" y="3425778"/>
              <a:ext cx="914412" cy="733551"/>
              <a:chOff x="3940565" y="3304121"/>
              <a:chExt cx="914400" cy="733425"/>
            </a:xfrm>
          </p:grpSpPr>
          <p:grpSp>
            <p:nvGrpSpPr>
              <p:cNvPr id="2114" name="Group 864">
                <a:extLst>
                  <a:ext uri="{FF2B5EF4-FFF2-40B4-BE49-F238E27FC236}">
                    <a16:creationId xmlns:a16="http://schemas.microsoft.com/office/drawing/2014/main" id="{22F4ED51-4CEE-5847-BF22-755C697FA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16" name="Group 60">
                  <a:extLst>
                    <a:ext uri="{FF2B5EF4-FFF2-40B4-BE49-F238E27FC236}">
                      <a16:creationId xmlns:a16="http://schemas.microsoft.com/office/drawing/2014/main" id="{DCBED046-C4C6-E651-71C8-CF8490E353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18" name="Line 55">
                    <a:extLst>
                      <a:ext uri="{FF2B5EF4-FFF2-40B4-BE49-F238E27FC236}">
                        <a16:creationId xmlns:a16="http://schemas.microsoft.com/office/drawing/2014/main" id="{3D4005F3-A692-A1FA-ED78-E5F68A9217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19" name="AutoShape 56">
                    <a:extLst>
                      <a:ext uri="{FF2B5EF4-FFF2-40B4-BE49-F238E27FC236}">
                        <a16:creationId xmlns:a16="http://schemas.microsoft.com/office/drawing/2014/main" id="{A2FF0125-7B08-69F3-8244-2BD030A008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17" name="Freeform 863">
                  <a:extLst>
                    <a:ext uri="{FF2B5EF4-FFF2-40B4-BE49-F238E27FC236}">
                      <a16:creationId xmlns:a16="http://schemas.microsoft.com/office/drawing/2014/main" id="{43790C2B-A416-2FBD-4A95-F52149B759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65" name="Text Box 42">
                <a:extLst>
                  <a:ext uri="{FF2B5EF4-FFF2-40B4-BE49-F238E27FC236}">
                    <a16:creationId xmlns:a16="http://schemas.microsoft.com/office/drawing/2014/main" id="{D82BB238-2AFA-A1CB-EC39-AB820D92D2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7056" y="3404164"/>
                <a:ext cx="414332" cy="5221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1</a:t>
                </a:r>
                <a:b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C1</a:t>
                </a:r>
              </a:p>
            </p:txBody>
          </p:sp>
        </p:grpSp>
        <p:cxnSp>
          <p:nvCxnSpPr>
            <p:cNvPr id="2089" name="直線コネクタ 38">
              <a:extLst>
                <a:ext uri="{FF2B5EF4-FFF2-40B4-BE49-F238E27FC236}">
                  <a16:creationId xmlns:a16="http://schemas.microsoft.com/office/drawing/2014/main" id="{2ABC1D6A-69D0-F7C9-A3DE-502EFFE09E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953602" y="3793191"/>
              <a:ext cx="311031" cy="649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107" name="Group 347">
              <a:extLst>
                <a:ext uri="{FF2B5EF4-FFF2-40B4-BE49-F238E27FC236}">
                  <a16:creationId xmlns:a16="http://schemas.microsoft.com/office/drawing/2014/main" id="{FDFBC058-7D32-5602-E12E-81926A681EB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6971057" y="2332056"/>
              <a:ext cx="1908200" cy="766895"/>
              <a:chOff x="526" y="3600"/>
              <a:chExt cx="1202" cy="483"/>
            </a:xfrm>
          </p:grpSpPr>
          <p:sp>
            <p:nvSpPr>
              <p:cNvPr id="2109" name="Oval 339">
                <a:extLst>
                  <a:ext uri="{FF2B5EF4-FFF2-40B4-BE49-F238E27FC236}">
                    <a16:creationId xmlns:a16="http://schemas.microsoft.com/office/drawing/2014/main" id="{9FC5059F-67A5-32FE-8C4F-7C015D0E9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3715"/>
                <a:ext cx="346" cy="3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110" name="Line 340">
                <a:extLst>
                  <a:ext uri="{FF2B5EF4-FFF2-40B4-BE49-F238E27FC236}">
                    <a16:creationId xmlns:a16="http://schemas.microsoft.com/office/drawing/2014/main" id="{4D731D38-743D-58DE-3A38-6727EF22E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671" y="383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1" name="Line 341">
                <a:extLst>
                  <a:ext uri="{FF2B5EF4-FFF2-40B4-BE49-F238E27FC236}">
                    <a16:creationId xmlns:a16="http://schemas.microsoft.com/office/drawing/2014/main" id="{B48E7FD4-A4FF-36BA-F904-24C588D35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97" y="3517"/>
                <a:ext cx="0" cy="7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2" name="Line 345">
                <a:extLst>
                  <a:ext uri="{FF2B5EF4-FFF2-40B4-BE49-F238E27FC236}">
                    <a16:creationId xmlns:a16="http://schemas.microsoft.com/office/drawing/2014/main" id="{0C4346CB-AFFE-A19E-FBCB-85266EC38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60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3" name="Text Box 346">
                <a:extLst>
                  <a:ext uri="{FF2B5EF4-FFF2-40B4-BE49-F238E27FC236}">
                    <a16:creationId xmlns:a16="http://schemas.microsoft.com/office/drawing/2014/main" id="{3B52BEE9-C212-35A0-4A78-BCCA5B2B59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3679"/>
                <a:ext cx="2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600" dirty="0"/>
                  <a:t>+</a:t>
                </a:r>
              </a:p>
            </p:txBody>
          </p:sp>
        </p:grpSp>
        <p:cxnSp>
          <p:nvCxnSpPr>
            <p:cNvPr id="2091" name="Straight Connector 19">
              <a:extLst>
                <a:ext uri="{FF2B5EF4-FFF2-40B4-BE49-F238E27FC236}">
                  <a16:creationId xmlns:a16="http://schemas.microsoft.com/office/drawing/2014/main" id="{55F4B4BD-7F11-16BD-2838-BB13E9A184D3}"/>
                </a:ext>
              </a:extLst>
            </p:cNvPr>
            <p:cNvCxnSpPr>
              <a:cxnSpLocks noChangeShapeType="1"/>
              <a:stCxn id="2124" idx="1"/>
              <a:endCxn id="2110" idx="0"/>
            </p:cNvCxnSpPr>
            <p:nvPr/>
          </p:nvCxnSpPr>
          <p:spPr bwMode="auto">
            <a:xfrm>
              <a:off x="6595632" y="2641684"/>
              <a:ext cx="374633" cy="78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92" name="コネクタ: カギ線 41">
              <a:extLst>
                <a:ext uri="{FF2B5EF4-FFF2-40B4-BE49-F238E27FC236}">
                  <a16:creationId xmlns:a16="http://schemas.microsoft.com/office/drawing/2014/main" id="{2DE95C86-4381-3EBC-80F4-CFBA86C278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5072364" y="3190832"/>
              <a:ext cx="1156414" cy="61297"/>
            </a:xfrm>
            <a:prstGeom prst="bentConnector3">
              <a:avLst>
                <a:gd name="adj1" fmla="val 99431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93" name="Oval 813">
              <a:extLst>
                <a:ext uri="{FF2B5EF4-FFF2-40B4-BE49-F238E27FC236}">
                  <a16:creationId xmlns:a16="http://schemas.microsoft.com/office/drawing/2014/main" id="{C31C7174-255B-9822-C81F-925770F54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7386" y="2596420"/>
              <a:ext cx="92076" cy="9209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94" name="コネクタ: カギ線 43">
              <a:extLst>
                <a:ext uri="{FF2B5EF4-FFF2-40B4-BE49-F238E27FC236}">
                  <a16:creationId xmlns:a16="http://schemas.microsoft.com/office/drawing/2014/main" id="{1212C3C3-BB31-27C2-CEBB-2654F65332F4}"/>
                </a:ext>
              </a:extLst>
            </p:cNvPr>
            <p:cNvCxnSpPr>
              <a:cxnSpLocks noChangeShapeType="1"/>
              <a:stCxn id="2087" idx="3"/>
              <a:endCxn id="2112" idx="0"/>
            </p:cNvCxnSpPr>
            <p:nvPr/>
          </p:nvCxnSpPr>
          <p:spPr bwMode="auto">
            <a:xfrm flipV="1">
              <a:off x="7251562" y="3098951"/>
              <a:ext cx="176701" cy="709595"/>
            </a:xfrm>
            <a:prstGeom prst="bentConnector4">
              <a:avLst>
                <a:gd name="adj1" fmla="val 50000"/>
                <a:gd name="adj2" fmla="val 5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95" name="Rectangle 485">
              <a:extLst>
                <a:ext uri="{FF2B5EF4-FFF2-40B4-BE49-F238E27FC236}">
                  <a16:creationId xmlns:a16="http://schemas.microsoft.com/office/drawing/2014/main" id="{1373646D-F928-41D8-4C17-3352898B9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1613" y="2285460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3600" b="1">
                  <a:ea typeface="ＭＳ Ｐゴシック" panose="020B0600070205080204" pitchFamily="50" charset="-128"/>
                </a:rPr>
                <a:t>∫</a:t>
              </a:r>
              <a:endParaRPr lang="en-US" altLang="en-US" sz="3600" b="1"/>
            </a:p>
          </p:txBody>
        </p:sp>
        <p:sp>
          <p:nvSpPr>
            <p:cNvPr id="2097" name="Freeform 229">
              <a:extLst>
                <a:ext uri="{FF2B5EF4-FFF2-40B4-BE49-F238E27FC236}">
                  <a16:creationId xmlns:a16="http://schemas.microsoft.com/office/drawing/2014/main" id="{4A47AA80-D5DA-A595-10FF-10508DB80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4087" y="2493963"/>
              <a:ext cx="593725" cy="330200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74149 w 288"/>
                <a:gd name="T5" fmla="*/ 330143 h 115"/>
                <a:gd name="T6" fmla="*/ 593717 w 288"/>
                <a:gd name="T7" fmla="*/ 163636 h 115"/>
                <a:gd name="T8" fmla="*/ 474149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φout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42">
              <a:extLst>
                <a:ext uri="{FF2B5EF4-FFF2-40B4-BE49-F238E27FC236}">
                  <a16:creationId xmlns:a16="http://schemas.microsoft.com/office/drawing/2014/main" id="{AFAA21A1-C870-C7A7-0E56-6F0B0D3BD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4237" y="1865313"/>
              <a:ext cx="617537" cy="585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OUT</a:t>
              </a:r>
              <a:br>
                <a:rPr lang="en-US" altLang="en-US" sz="16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CLK</a:t>
              </a:r>
            </a:p>
          </p:txBody>
        </p:sp>
        <p:cxnSp>
          <p:nvCxnSpPr>
            <p:cNvPr id="2099" name="Straight Connector 19">
              <a:extLst>
                <a:ext uri="{FF2B5EF4-FFF2-40B4-BE49-F238E27FC236}">
                  <a16:creationId xmlns:a16="http://schemas.microsoft.com/office/drawing/2014/main" id="{2599558C-E056-7514-A6CB-8374855A1F36}"/>
                </a:ext>
              </a:extLst>
            </p:cNvPr>
            <p:cNvCxnSpPr>
              <a:cxnSpLocks noChangeShapeType="1"/>
              <a:stCxn id="2095" idx="3"/>
            </p:cNvCxnSpPr>
            <p:nvPr/>
          </p:nvCxnSpPr>
          <p:spPr bwMode="auto">
            <a:xfrm>
              <a:off x="11077543" y="2651279"/>
              <a:ext cx="346619" cy="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01" name="コネクタ: カギ線 50">
              <a:extLst>
                <a:ext uri="{FF2B5EF4-FFF2-40B4-BE49-F238E27FC236}">
                  <a16:creationId xmlns:a16="http://schemas.microsoft.com/office/drawing/2014/main" id="{ECFF6B71-4A89-3F09-5E14-AC2C140B240A}"/>
                </a:ext>
              </a:extLst>
            </p:cNvPr>
            <p:cNvCxnSpPr>
              <a:cxnSpLocks noChangeShapeType="1"/>
              <a:stCxn id="2073" idx="0"/>
              <a:endCxn id="2063" idx="0"/>
            </p:cNvCxnSpPr>
            <p:nvPr/>
          </p:nvCxnSpPr>
          <p:spPr bwMode="auto">
            <a:xfrm rot="10800000">
              <a:off x="3020646" y="2916358"/>
              <a:ext cx="2989703" cy="2379156"/>
            </a:xfrm>
            <a:prstGeom prst="bentConnector2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02" name="Oval 813">
              <a:extLst>
                <a:ext uri="{FF2B5EF4-FFF2-40B4-BE49-F238E27FC236}">
                  <a16:creationId xmlns:a16="http://schemas.microsoft.com/office/drawing/2014/main" id="{D65DA188-D4F3-004B-81AC-450D87F50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1162" y="2596420"/>
              <a:ext cx="92076" cy="9209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103" name="コネクタ: カギ線 52">
              <a:extLst>
                <a:ext uri="{FF2B5EF4-FFF2-40B4-BE49-F238E27FC236}">
                  <a16:creationId xmlns:a16="http://schemas.microsoft.com/office/drawing/2014/main" id="{BBC719D7-A219-7D15-6418-6ED584D18E60}"/>
                </a:ext>
              </a:extLst>
            </p:cNvPr>
            <p:cNvCxnSpPr>
              <a:cxnSpLocks noChangeShapeType="1"/>
              <a:stCxn id="2102" idx="4"/>
              <a:endCxn id="25" idx="1"/>
            </p:cNvCxnSpPr>
            <p:nvPr/>
          </p:nvCxnSpPr>
          <p:spPr bwMode="auto">
            <a:xfrm rot="5400000">
              <a:off x="7624522" y="1607665"/>
              <a:ext cx="2601833" cy="4763525"/>
            </a:xfrm>
            <a:prstGeom prst="bentConnector2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04" name="Text Box 42">
              <a:extLst>
                <a:ext uri="{FF2B5EF4-FFF2-40B4-BE49-F238E27FC236}">
                  <a16:creationId xmlns:a16="http://schemas.microsoft.com/office/drawing/2014/main" id="{1D596FD9-BAE3-1926-629F-110F6ED83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8938" y="4919663"/>
              <a:ext cx="603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60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φout</a:t>
              </a:r>
              <a:endParaRPr lang="en-US" altLang="en-US" sz="160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42">
              <a:extLst>
                <a:ext uri="{FF2B5EF4-FFF2-40B4-BE49-F238E27FC236}">
                  <a16:creationId xmlns:a16="http://schemas.microsoft.com/office/drawing/2014/main" id="{9F2A3D7D-C880-596D-CE50-FEA9D90DC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363" y="4722813"/>
              <a:ext cx="619125" cy="277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Phase</a:t>
              </a:r>
            </a:p>
          </p:txBody>
        </p:sp>
        <p:sp>
          <p:nvSpPr>
            <p:cNvPr id="56" name="Text Box 42">
              <a:extLst>
                <a:ext uri="{FF2B5EF4-FFF2-40B4-BE49-F238E27FC236}">
                  <a16:creationId xmlns:a16="http://schemas.microsoft.com/office/drawing/2014/main" id="{449C37DB-D00F-54C5-0174-11487EF0D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1475" y="4722813"/>
              <a:ext cx="619125" cy="277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Phase</a:t>
              </a:r>
            </a:p>
          </p:txBody>
        </p:sp>
        <p:sp>
          <p:nvSpPr>
            <p:cNvPr id="2052" name="テキスト ボックス 96">
              <a:extLst>
                <a:ext uri="{FF2B5EF4-FFF2-40B4-BE49-F238E27FC236}">
                  <a16:creationId xmlns:a16="http://schemas.microsoft.com/office/drawing/2014/main" id="{75B00967-D72D-67E9-36CC-6F8CB1A7F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4038" y="5673725"/>
              <a:ext cx="25400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000">
                  <a:ea typeface="ＭＳ Ｐゴシック" panose="020B0600070205080204" pitchFamily="50" charset="-128"/>
                </a:rPr>
                <a:t>Transfer function: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           Ibias                          Kvco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000">
                  <a:ea typeface="ＭＳ Ｐゴシック" panose="020B0600070205080204" pitchFamily="50" charset="-128"/>
                </a:rPr>
                <a:t>G(s) = ------- * (R1+1/C1s) * ------- 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             </a:t>
              </a:r>
              <a:r>
                <a:rPr lang="ja-JP" altLang="en-US" sz="1000">
                  <a:ea typeface="ＭＳ Ｐゴシック" panose="020B0600070205080204" pitchFamily="50" charset="-128"/>
                </a:rPr>
                <a:t> </a:t>
              </a:r>
              <a:r>
                <a:rPr lang="en-US" altLang="ja-JP" sz="1000">
                  <a:ea typeface="ＭＳ Ｐゴシック" panose="020B0600070205080204" pitchFamily="50" charset="-128"/>
                </a:rPr>
                <a:t>π                               s    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H(s) = 1 / N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endParaRPr lang="en-US" altLang="ja-JP" sz="1000">
                <a:ea typeface="ＭＳ Ｐゴシック" panose="020B0600070205080204" pitchFamily="50" charset="-128"/>
              </a:endParaRPr>
            </a:p>
          </p:txBody>
        </p:sp>
        <p:sp>
          <p:nvSpPr>
            <p:cNvPr id="2053" name="テキスト ボックス 97">
              <a:extLst>
                <a:ext uri="{FF2B5EF4-FFF2-40B4-BE49-F238E27FC236}">
                  <a16:creationId xmlns:a16="http://schemas.microsoft.com/office/drawing/2014/main" id="{F68AD9E1-B739-6CD5-CC71-DE9ED93C2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8375" y="5424489"/>
              <a:ext cx="2541588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br>
                <a:rPr lang="en-US" altLang="ja-JP" sz="1000" dirty="0">
                  <a:ea typeface="ＭＳ Ｐゴシック" panose="020B0600070205080204" pitchFamily="50" charset="-128"/>
                </a:rPr>
              </a:br>
              <a:r>
                <a:rPr lang="en-US" altLang="ja-JP" sz="1000" dirty="0">
                  <a:ea typeface="ＭＳ Ｐゴシック" panose="020B0600070205080204" pitchFamily="50" charset="-128"/>
                </a:rPr>
                <a:t>Closed loop:</a:t>
              </a:r>
              <a:br>
                <a:rPr lang="en-US" altLang="ja-JP" sz="1000" dirty="0">
                  <a:ea typeface="ＭＳ Ｐゴシック" panose="020B0600070205080204" pitchFamily="50" charset="-128"/>
                </a:rPr>
              </a:br>
              <a:r>
                <a:rPr lang="en-US" altLang="ja-JP" sz="1000" dirty="0">
                  <a:ea typeface="ＭＳ Ｐゴシック" panose="020B0600070205080204" pitchFamily="50" charset="-128"/>
                </a:rPr>
                <a:t>                    G(s)</a:t>
              </a:r>
              <a:br>
                <a:rPr lang="en-US" altLang="ja-JP" sz="1000" dirty="0">
                  <a:ea typeface="ＭＳ Ｐゴシック" panose="020B0600070205080204" pitchFamily="50" charset="-128"/>
                </a:rPr>
              </a:br>
              <a:r>
                <a:rPr lang="en-US" altLang="ja-JP" sz="1000" dirty="0">
                  <a:ea typeface="ＭＳ Ｐゴシック" panose="020B0600070205080204" pitchFamily="50" charset="-128"/>
                </a:rPr>
                <a:t>W(s) = ----------------------</a:t>
              </a:r>
              <a:br>
                <a:rPr lang="en-US" altLang="ja-JP" sz="1000" dirty="0">
                  <a:ea typeface="ＭＳ Ｐゴシック" panose="020B0600070205080204" pitchFamily="50" charset="-128"/>
                </a:rPr>
              </a:br>
              <a:r>
                <a:rPr lang="en-US" altLang="ja-JP" sz="1000" dirty="0">
                  <a:ea typeface="ＭＳ Ｐゴシック" panose="020B0600070205080204" pitchFamily="50" charset="-128"/>
                </a:rPr>
                <a:t>            1 + G(s) H(s)</a:t>
              </a:r>
              <a:br>
                <a:rPr lang="en-US" altLang="ja-JP" sz="1000" dirty="0">
                  <a:ea typeface="ＭＳ Ｐゴシック" panose="020B0600070205080204" pitchFamily="50" charset="-128"/>
                </a:rPr>
              </a:br>
              <a:r>
                <a:rPr lang="en-US" altLang="ja-JP" sz="1000" dirty="0">
                  <a:ea typeface="ＭＳ Ｐゴシック" panose="020B0600070205080204" pitchFamily="50" charset="-128"/>
                </a:rPr>
                <a:t>Open loop:</a:t>
              </a:r>
              <a:br>
                <a:rPr lang="en-US" altLang="ja-JP" sz="1000" dirty="0">
                  <a:ea typeface="ＭＳ Ｐゴシック" panose="020B0600070205080204" pitchFamily="50" charset="-128"/>
                </a:rPr>
              </a:br>
              <a:r>
                <a:rPr lang="en-US" altLang="ja-JP" sz="1000" dirty="0">
                  <a:ea typeface="ＭＳ Ｐゴシック" panose="020B0600070205080204" pitchFamily="50" charset="-128"/>
                </a:rPr>
                <a:t>G(s) H(s)</a:t>
              </a:r>
            </a:p>
          </p:txBody>
        </p:sp>
        <p:grpSp>
          <p:nvGrpSpPr>
            <p:cNvPr id="13" name="Group 358">
              <a:extLst>
                <a:ext uri="{FF2B5EF4-FFF2-40B4-BE49-F238E27FC236}">
                  <a16:creationId xmlns:a16="http://schemas.microsoft.com/office/drawing/2014/main" id="{6C100654-9E8A-F35B-451F-4BD6D89B3B1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9388137" y="2331344"/>
              <a:ext cx="1033476" cy="766895"/>
              <a:chOff x="749" y="3427"/>
              <a:chExt cx="651" cy="483"/>
            </a:xfrm>
          </p:grpSpPr>
          <p:grpSp>
            <p:nvGrpSpPr>
              <p:cNvPr id="14" name="Group 347">
                <a:extLst>
                  <a:ext uri="{FF2B5EF4-FFF2-40B4-BE49-F238E27FC236}">
                    <a16:creationId xmlns:a16="http://schemas.microsoft.com/office/drawing/2014/main" id="{7B3F075F-0EDE-E39E-AF87-54D7061457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9" y="3427"/>
                <a:ext cx="651" cy="483"/>
                <a:chOff x="1152" y="3600"/>
                <a:chExt cx="651" cy="483"/>
              </a:xfrm>
            </p:grpSpPr>
            <p:sp>
              <p:nvSpPr>
                <p:cNvPr id="16" name="Oval 339">
                  <a:extLst>
                    <a:ext uri="{FF2B5EF4-FFF2-40B4-BE49-F238E27FC236}">
                      <a16:creationId xmlns:a16="http://schemas.microsoft.com/office/drawing/2014/main" id="{57180DA4-76E2-5B60-8FF2-9735DB668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7" y="3715"/>
                  <a:ext cx="346" cy="346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17" name="Line 340">
                  <a:extLst>
                    <a:ext uri="{FF2B5EF4-FFF2-40B4-BE49-F238E27FC236}">
                      <a16:creationId xmlns:a16="http://schemas.microsoft.com/office/drawing/2014/main" id="{2AB5895E-675A-9E25-2458-73DF255539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707" y="3791"/>
                  <a:ext cx="3" cy="18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8" name="Line 341">
                  <a:extLst>
                    <a:ext uri="{FF2B5EF4-FFF2-40B4-BE49-F238E27FC236}">
                      <a16:creationId xmlns:a16="http://schemas.microsoft.com/office/drawing/2014/main" id="{AB9E3616-7E0B-2C37-DB9F-1DEF18D003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210" y="383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9" name="Line 345">
                  <a:extLst>
                    <a:ext uri="{FF2B5EF4-FFF2-40B4-BE49-F238E27FC236}">
                      <a16:creationId xmlns:a16="http://schemas.microsoft.com/office/drawing/2014/main" id="{8E32BB5F-7694-7011-E1D4-BDC3DBA74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360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" name="Text Box 346">
                  <a:extLst>
                    <a:ext uri="{FF2B5EF4-FFF2-40B4-BE49-F238E27FC236}">
                      <a16:creationId xmlns:a16="http://schemas.microsoft.com/office/drawing/2014/main" id="{820823EE-D360-9B5D-F193-F1A52207EA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6" y="3679"/>
                  <a:ext cx="284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3600" dirty="0"/>
                    <a:t>+</a:t>
                  </a:r>
                </a:p>
              </p:txBody>
            </p:sp>
          </p:grpSp>
          <p:sp>
            <p:nvSpPr>
              <p:cNvPr id="15" name="Freeform 357">
                <a:extLst>
                  <a:ext uri="{FF2B5EF4-FFF2-40B4-BE49-F238E27FC236}">
                    <a16:creationId xmlns:a16="http://schemas.microsoft.com/office/drawing/2014/main" id="{08F84CFF-0C17-275B-81BB-6B7722197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3427"/>
                <a:ext cx="576" cy="288"/>
              </a:xfrm>
              <a:custGeom>
                <a:avLst/>
                <a:gdLst>
                  <a:gd name="T0" fmla="*/ 0 w 576"/>
                  <a:gd name="T1" fmla="*/ 288 h 288"/>
                  <a:gd name="T2" fmla="*/ 288 w 576"/>
                  <a:gd name="T3" fmla="*/ 0 h 288"/>
                  <a:gd name="T4" fmla="*/ 576 w 576"/>
                  <a:gd name="T5" fmla="*/ 288 h 288"/>
                  <a:gd name="T6" fmla="*/ 0 w 576"/>
                  <a:gd name="T7" fmla="*/ 288 h 2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6" h="288">
                    <a:moveTo>
                      <a:pt x="0" y="288"/>
                    </a:moveTo>
                    <a:lnTo>
                      <a:pt x="288" y="0"/>
                    </a:lnTo>
                    <a:lnTo>
                      <a:pt x="576" y="288"/>
                    </a:lnTo>
                    <a:lnTo>
                      <a:pt x="0" y="288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42" name="Freeform 229">
              <a:extLst>
                <a:ext uri="{FF2B5EF4-FFF2-40B4-BE49-F238E27FC236}">
                  <a16:creationId xmlns:a16="http://schemas.microsoft.com/office/drawing/2014/main" id="{2C2E46B2-CA27-EDCD-87A4-257B7CC08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7506" y="3947577"/>
              <a:ext cx="1799790" cy="320762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27242 w 288"/>
                <a:gd name="T5" fmla="*/ 330143 h 115"/>
                <a:gd name="T6" fmla="*/ 534981 w 288"/>
                <a:gd name="T7" fmla="*/ 163636 h 115"/>
                <a:gd name="T8" fmla="*/ 427242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ja-JP" sz="1200" dirty="0"/>
                <a:t>CEN_FREQ_CUR</a:t>
              </a:r>
              <a:endParaRPr lang="ja-JP" altLang="en-US" sz="1200" dirty="0"/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16152BB4-77AE-C69D-0237-92C57EC9A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0620" y="4249250"/>
              <a:ext cx="187808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Center Frequency</a:t>
              </a:r>
            </a:p>
          </p:txBody>
        </p:sp>
        <p:cxnSp>
          <p:nvCxnSpPr>
            <p:cNvPr id="44" name="コネクタ: カギ線 43">
              <a:extLst>
                <a:ext uri="{FF2B5EF4-FFF2-40B4-BE49-F238E27FC236}">
                  <a16:creationId xmlns:a16="http://schemas.microsoft.com/office/drawing/2014/main" id="{AC8BB5DE-C13C-CAC1-E720-96082730F9DE}"/>
                </a:ext>
              </a:extLst>
            </p:cNvPr>
            <p:cNvCxnSpPr>
              <a:cxnSpLocks noChangeShapeType="1"/>
              <a:endCxn id="21" idx="0"/>
            </p:cNvCxnSpPr>
            <p:nvPr/>
          </p:nvCxnSpPr>
          <p:spPr bwMode="auto">
            <a:xfrm rot="5400000" flipH="1" flipV="1">
              <a:off x="9272603" y="3410958"/>
              <a:ext cx="1133131" cy="256827"/>
            </a:xfrm>
            <a:prstGeom prst="bentConnector3">
              <a:avLst>
                <a:gd name="adj1" fmla="val -537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Text Box 42">
              <a:extLst>
                <a:ext uri="{FF2B5EF4-FFF2-40B4-BE49-F238E27FC236}">
                  <a16:creationId xmlns:a16="http://schemas.microsoft.com/office/drawing/2014/main" id="{9618E49F-DFBA-7A01-0BFC-3704F3884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4407" y="3867590"/>
              <a:ext cx="696024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Current</a:t>
              </a:r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7BABE83E-DDF9-24B2-0E4E-E77F40C6E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5110" y="3225948"/>
              <a:ext cx="1449701" cy="320762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27242 w 288"/>
                <a:gd name="T5" fmla="*/ 330143 h 115"/>
                <a:gd name="T6" fmla="*/ 534981 w 288"/>
                <a:gd name="T7" fmla="*/ 163636 h 115"/>
                <a:gd name="T8" fmla="*/ 427242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n-US" altLang="ja-JP" sz="1200" dirty="0"/>
                <a:t>KVCO_ADJ_CUR</a:t>
              </a:r>
              <a:endParaRPr lang="ja-JP" altLang="en-US" sz="1200" dirty="0"/>
            </a:p>
          </p:txBody>
        </p:sp>
        <p:cxnSp>
          <p:nvCxnSpPr>
            <p:cNvPr id="37" name="コネクタ: カギ線 36">
              <a:extLst>
                <a:ext uri="{FF2B5EF4-FFF2-40B4-BE49-F238E27FC236}">
                  <a16:creationId xmlns:a16="http://schemas.microsoft.com/office/drawing/2014/main" id="{918DD746-2B1A-1E68-EC99-DE62798AD601}"/>
                </a:ext>
              </a:extLst>
            </p:cNvPr>
            <p:cNvCxnSpPr>
              <a:cxnSpLocks noChangeShapeType="1"/>
              <a:endCxn id="2131" idx="5"/>
            </p:cNvCxnSpPr>
            <p:nvPr/>
          </p:nvCxnSpPr>
          <p:spPr bwMode="auto">
            <a:xfrm rot="5400000" flipH="1" flipV="1">
              <a:off x="8799671" y="3041399"/>
              <a:ext cx="549188" cy="124501"/>
            </a:xfrm>
            <a:prstGeom prst="bentConnector3">
              <a:avLst>
                <a:gd name="adj1" fmla="val 926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Text Box 42">
            <a:extLst>
              <a:ext uri="{FF2B5EF4-FFF2-40B4-BE49-F238E27FC236}">
                <a16:creationId xmlns:a16="http://schemas.microsoft.com/office/drawing/2014/main" id="{F5941204-089A-A56C-E020-C4841B263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965" y="1485418"/>
            <a:ext cx="212407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External</a:t>
            </a:r>
            <a:br>
              <a:rPr lang="en-US" altLang="en-US" sz="1600" b="1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Loop filter</a:t>
            </a:r>
          </a:p>
        </p:txBody>
      </p:sp>
      <p:sp>
        <p:nvSpPr>
          <p:cNvPr id="3" name="Freeform 229">
            <a:extLst>
              <a:ext uri="{FF2B5EF4-FFF2-40B4-BE49-F238E27FC236}">
                <a16:creationId xmlns:a16="http://schemas.microsoft.com/office/drawing/2014/main" id="{B62C2CB5-497F-B1FA-E618-D754E8F6821B}"/>
              </a:ext>
            </a:extLst>
          </p:cNvPr>
          <p:cNvSpPr>
            <a:spLocks/>
          </p:cNvSpPr>
          <p:nvPr/>
        </p:nvSpPr>
        <p:spPr bwMode="auto">
          <a:xfrm>
            <a:off x="10665632" y="1443188"/>
            <a:ext cx="1189426" cy="329671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74149 w 288"/>
              <a:gd name="T5" fmla="*/ 330143 h 115"/>
              <a:gd name="T6" fmla="*/ 593717 w 288"/>
              <a:gd name="T7" fmla="*/ 163636 h 115"/>
              <a:gd name="T8" fmla="*/ 474149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 err="1">
                <a:ea typeface="ＭＳ Ｐゴシック" panose="020B0600070205080204" pitchFamily="50" charset="-128"/>
                <a:cs typeface="Times New Roman" panose="02020603050405020304" pitchFamily="18" charset="0"/>
              </a:rPr>
              <a:t>lf_out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10" name="コネクタ: カギ線 52">
            <a:extLst>
              <a:ext uri="{FF2B5EF4-FFF2-40B4-BE49-F238E27FC236}">
                <a16:creationId xmlns:a16="http://schemas.microsoft.com/office/drawing/2014/main" id="{67E4A9B9-5959-8762-CF18-6FEDB09399F8}"/>
              </a:ext>
            </a:extLst>
          </p:cNvPr>
          <p:cNvCxnSpPr>
            <a:cxnSpLocks noChangeShapeType="1"/>
            <a:stCxn id="2109" idx="2"/>
          </p:cNvCxnSpPr>
          <p:nvPr/>
        </p:nvCxnSpPr>
        <p:spPr bwMode="auto">
          <a:xfrm flipV="1">
            <a:off x="7015298" y="1596646"/>
            <a:ext cx="3650336" cy="1045026"/>
          </a:xfrm>
          <a:prstGeom prst="bentConnector3">
            <a:avLst>
              <a:gd name="adj1" fmla="val 23139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Freeform 229">
            <a:extLst>
              <a:ext uri="{FF2B5EF4-FFF2-40B4-BE49-F238E27FC236}">
                <a16:creationId xmlns:a16="http://schemas.microsoft.com/office/drawing/2014/main" id="{296DC4E9-62A9-01A9-4DBD-025F9ACB4590}"/>
              </a:ext>
            </a:extLst>
          </p:cNvPr>
          <p:cNvSpPr>
            <a:spLocks/>
          </p:cNvSpPr>
          <p:nvPr/>
        </p:nvSpPr>
        <p:spPr bwMode="auto">
          <a:xfrm>
            <a:off x="2800144" y="1102169"/>
            <a:ext cx="1189426" cy="329671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74149 w 288"/>
              <a:gd name="T5" fmla="*/ 330143 h 115"/>
              <a:gd name="T6" fmla="*/ 593717 w 288"/>
              <a:gd name="T7" fmla="*/ 163636 h 115"/>
              <a:gd name="T8" fmla="*/ 474149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 err="1">
                <a:ea typeface="ＭＳ Ｐゴシック" panose="020B0600070205080204" pitchFamily="50" charset="-128"/>
                <a:cs typeface="Times New Roman" panose="02020603050405020304" pitchFamily="18" charset="0"/>
              </a:rPr>
              <a:t>lf_in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12" name="コネクタ: カギ線 52">
            <a:extLst>
              <a:ext uri="{FF2B5EF4-FFF2-40B4-BE49-F238E27FC236}">
                <a16:creationId xmlns:a16="http://schemas.microsoft.com/office/drawing/2014/main" id="{9AE36EE0-A044-0A1C-99DC-5761940BFEB4}"/>
              </a:ext>
            </a:extLst>
          </p:cNvPr>
          <p:cNvCxnSpPr>
            <a:cxnSpLocks noChangeShapeType="1"/>
            <a:stCxn id="2093" idx="0"/>
          </p:cNvCxnSpPr>
          <p:nvPr/>
        </p:nvCxnSpPr>
        <p:spPr bwMode="auto">
          <a:xfrm rot="16200000" flipV="1">
            <a:off x="3785648" y="1446249"/>
            <a:ext cx="1304194" cy="996147"/>
          </a:xfrm>
          <a:prstGeom prst="bentConnector3">
            <a:avLst>
              <a:gd name="adj1" fmla="val 99839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 Box 42">
            <a:extLst>
              <a:ext uri="{FF2B5EF4-FFF2-40B4-BE49-F238E27FC236}">
                <a16:creationId xmlns:a16="http://schemas.microsoft.com/office/drawing/2014/main" id="{86F3ADA7-A74A-26C3-ECD0-6399FEE9B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9342" y="3554795"/>
            <a:ext cx="187808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Adjust KVCO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E637-AA18-CA6B-3465-E5BE89D2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1">
            <a:extLst>
              <a:ext uri="{FF2B5EF4-FFF2-40B4-BE49-F238E27FC236}">
                <a16:creationId xmlns:a16="http://schemas.microsoft.com/office/drawing/2014/main" id="{B236FEE0-2C33-8D93-FF98-46FE1F78A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Block diagram – FM demodulator mode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sp>
        <p:nvSpPr>
          <p:cNvPr id="5" name="Rectangle 485">
            <a:extLst>
              <a:ext uri="{FF2B5EF4-FFF2-40B4-BE49-F238E27FC236}">
                <a16:creationId xmlns:a16="http://schemas.microsoft.com/office/drawing/2014/main" id="{7E83A225-B786-3BC6-F9AB-D192E3D38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4145" y="2066925"/>
            <a:ext cx="2533643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6" name="Text Box 42">
            <a:extLst>
              <a:ext uri="{FF2B5EF4-FFF2-40B4-BE49-F238E27FC236}">
                <a16:creationId xmlns:a16="http://schemas.microsoft.com/office/drawing/2014/main" id="{51B7C68B-2182-B1E3-8385-CE4A2B5E7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6851" y="1727200"/>
            <a:ext cx="628650" cy="338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VCO</a:t>
            </a:r>
          </a:p>
        </p:txBody>
      </p:sp>
      <p:sp>
        <p:nvSpPr>
          <p:cNvPr id="7" name="Rectangle 485">
            <a:extLst>
              <a:ext uri="{FF2B5EF4-FFF2-40B4-BE49-F238E27FC236}">
                <a16:creationId xmlns:a16="http://schemas.microsoft.com/office/drawing/2014/main" id="{8864445E-EE23-E02A-376C-5F4702BF4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277" y="2079625"/>
            <a:ext cx="2284412" cy="22987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8" name="Rectangle 485">
            <a:extLst>
              <a:ext uri="{FF2B5EF4-FFF2-40B4-BE49-F238E27FC236}">
                <a16:creationId xmlns:a16="http://schemas.microsoft.com/office/drawing/2014/main" id="{B7F10A05-AD89-3CCE-725E-1088DD86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289" y="2079625"/>
            <a:ext cx="727075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9" name="Rectangle 485">
            <a:extLst>
              <a:ext uri="{FF2B5EF4-FFF2-40B4-BE49-F238E27FC236}">
                <a16:creationId xmlns:a16="http://schemas.microsoft.com/office/drawing/2014/main" id="{5F51F8C7-C85B-4FC5-33A2-E673A44A7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077" y="2079625"/>
            <a:ext cx="1598612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cxnSp>
        <p:nvCxnSpPr>
          <p:cNvPr id="2060" name="Straight Connector 19">
            <a:extLst>
              <a:ext uri="{FF2B5EF4-FFF2-40B4-BE49-F238E27FC236}">
                <a16:creationId xmlns:a16="http://schemas.microsoft.com/office/drawing/2014/main" id="{969AA86F-2715-2823-6E05-7B35E0630C84}"/>
              </a:ext>
            </a:extLst>
          </p:cNvPr>
          <p:cNvCxnSpPr>
            <a:cxnSpLocks noChangeShapeType="1"/>
            <a:stCxn id="2141" idx="2"/>
            <a:endCxn id="2136" idx="0"/>
          </p:cNvCxnSpPr>
          <p:nvPr/>
        </p:nvCxnSpPr>
        <p:spPr bwMode="auto">
          <a:xfrm flipV="1">
            <a:off x="3188031" y="2641683"/>
            <a:ext cx="153176" cy="2684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61" name="Line 341">
            <a:extLst>
              <a:ext uri="{FF2B5EF4-FFF2-40B4-BE49-F238E27FC236}">
                <a16:creationId xmlns:a16="http://schemas.microsoft.com/office/drawing/2014/main" id="{8358DF04-7DDF-0611-2A2C-6D1D62F8034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308389" y="2551183"/>
            <a:ext cx="0" cy="1825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62" name="TextBox 2">
            <a:extLst>
              <a:ext uri="{FF2B5EF4-FFF2-40B4-BE49-F238E27FC236}">
                <a16:creationId xmlns:a16="http://schemas.microsoft.com/office/drawing/2014/main" id="{80EA1560-3DA4-C0CD-63BA-56E9CC336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34" y="2725627"/>
            <a:ext cx="304837" cy="52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-</a:t>
            </a:r>
          </a:p>
        </p:txBody>
      </p:sp>
      <p:sp>
        <p:nvSpPr>
          <p:cNvPr id="2063" name="Oval 339">
            <a:extLst>
              <a:ext uri="{FF2B5EF4-FFF2-40B4-BE49-F238E27FC236}">
                <a16:creationId xmlns:a16="http://schemas.microsoft.com/office/drawing/2014/main" id="{078A1D53-3774-F1F0-D8DB-6E4B1925746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68618" y="2366987"/>
            <a:ext cx="549282" cy="549369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64" name="Line 340">
            <a:extLst>
              <a:ext uri="{FF2B5EF4-FFF2-40B4-BE49-F238E27FC236}">
                <a16:creationId xmlns:a16="http://schemas.microsoft.com/office/drawing/2014/main" id="{A7F82DE5-451A-B29C-6F8D-37AEBB02994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576542" y="2551183"/>
            <a:ext cx="0" cy="1825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65" name="Text Box 346">
            <a:extLst>
              <a:ext uri="{FF2B5EF4-FFF2-40B4-BE49-F238E27FC236}">
                <a16:creationId xmlns:a16="http://schemas.microsoft.com/office/drawing/2014/main" id="{7109F9E1-5A8D-A3D0-9A82-5ED98D00E699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715793" y="2339779"/>
            <a:ext cx="450856" cy="64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+</a:t>
            </a:r>
          </a:p>
        </p:txBody>
      </p:sp>
      <p:sp>
        <p:nvSpPr>
          <p:cNvPr id="2066" name="Freeform 357">
            <a:extLst>
              <a:ext uri="{FF2B5EF4-FFF2-40B4-BE49-F238E27FC236}">
                <a16:creationId xmlns:a16="http://schemas.microsoft.com/office/drawing/2014/main" id="{ED5C56D9-A2DE-0396-E6A4-2012E118E5F7}"/>
              </a:ext>
            </a:extLst>
          </p:cNvPr>
          <p:cNvSpPr>
            <a:spLocks/>
          </p:cNvSpPr>
          <p:nvPr/>
        </p:nvSpPr>
        <p:spPr bwMode="auto">
          <a:xfrm rot="10800000">
            <a:off x="1486053" y="2641672"/>
            <a:ext cx="914412" cy="457279"/>
          </a:xfrm>
          <a:custGeom>
            <a:avLst/>
            <a:gdLst>
              <a:gd name="T0" fmla="*/ 0 w 576"/>
              <a:gd name="T1" fmla="*/ 725805000 h 288"/>
              <a:gd name="T2" fmla="*/ 725805000 w 576"/>
              <a:gd name="T3" fmla="*/ 0 h 288"/>
              <a:gd name="T4" fmla="*/ 1451610000 w 576"/>
              <a:gd name="T5" fmla="*/ 725805000 h 288"/>
              <a:gd name="T6" fmla="*/ 0 w 576"/>
              <a:gd name="T7" fmla="*/ 725805000 h 2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" h="288">
                <a:moveTo>
                  <a:pt x="0" y="288"/>
                </a:moveTo>
                <a:lnTo>
                  <a:pt x="288" y="0"/>
                </a:lnTo>
                <a:lnTo>
                  <a:pt x="576" y="288"/>
                </a:lnTo>
                <a:lnTo>
                  <a:pt x="0" y="2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67" name="Freeform 229">
            <a:extLst>
              <a:ext uri="{FF2B5EF4-FFF2-40B4-BE49-F238E27FC236}">
                <a16:creationId xmlns:a16="http://schemas.microsoft.com/office/drawing/2014/main" id="{B096143D-ED2E-8C19-5566-974F27F36605}"/>
              </a:ext>
            </a:extLst>
          </p:cNvPr>
          <p:cNvSpPr>
            <a:spLocks/>
          </p:cNvSpPr>
          <p:nvPr/>
        </p:nvSpPr>
        <p:spPr bwMode="auto">
          <a:xfrm>
            <a:off x="557739" y="2474913"/>
            <a:ext cx="534988" cy="330200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>
                <a:ea typeface="ＭＳ Ｐゴシック" panose="020B0600070205080204" pitchFamily="50" charset="-128"/>
                <a:cs typeface="Times New Roman" panose="02020603050405020304" pitchFamily="18" charset="0"/>
              </a:rPr>
              <a:t>φin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2068" name="直線矢印コネクタ 17">
            <a:extLst>
              <a:ext uri="{FF2B5EF4-FFF2-40B4-BE49-F238E27FC236}">
                <a16:creationId xmlns:a16="http://schemas.microsoft.com/office/drawing/2014/main" id="{0E01A612-91FF-88FC-4F0B-E05F60757E5A}"/>
              </a:ext>
            </a:extLst>
          </p:cNvPr>
          <p:cNvCxnSpPr>
            <a:cxnSpLocks noChangeShapeType="1"/>
            <a:stCxn id="2067" idx="3"/>
            <a:endCxn id="2063" idx="6"/>
          </p:cNvCxnSpPr>
          <p:nvPr/>
        </p:nvCxnSpPr>
        <p:spPr bwMode="auto">
          <a:xfrm>
            <a:off x="1093397" y="2638467"/>
            <a:ext cx="575221" cy="320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69" name="グループ化 18">
            <a:extLst>
              <a:ext uri="{FF2B5EF4-FFF2-40B4-BE49-F238E27FC236}">
                <a16:creationId xmlns:a16="http://schemas.microsoft.com/office/drawing/2014/main" id="{2A89EEDB-B266-EB49-DC49-B09A96079C2C}"/>
              </a:ext>
            </a:extLst>
          </p:cNvPr>
          <p:cNvGrpSpPr>
            <a:grpSpLocks/>
          </p:cNvGrpSpPr>
          <p:nvPr/>
        </p:nvGrpSpPr>
        <p:grpSpPr bwMode="auto">
          <a:xfrm>
            <a:off x="2273619" y="2276004"/>
            <a:ext cx="914412" cy="733551"/>
            <a:chOff x="2744726" y="3298865"/>
            <a:chExt cx="914400" cy="733425"/>
          </a:xfrm>
        </p:grpSpPr>
        <p:grpSp>
          <p:nvGrpSpPr>
            <p:cNvPr id="2138" name="Group 864">
              <a:extLst>
                <a:ext uri="{FF2B5EF4-FFF2-40B4-BE49-F238E27FC236}">
                  <a16:creationId xmlns:a16="http://schemas.microsoft.com/office/drawing/2014/main" id="{212AF921-A8AD-9142-EE81-08FB99549C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726" y="3298865"/>
              <a:ext cx="914400" cy="733425"/>
              <a:chOff x="1843" y="1698"/>
              <a:chExt cx="576" cy="462"/>
            </a:xfrm>
          </p:grpSpPr>
          <p:grpSp>
            <p:nvGrpSpPr>
              <p:cNvPr id="2140" name="Group 60">
                <a:extLst>
                  <a:ext uri="{FF2B5EF4-FFF2-40B4-BE49-F238E27FC236}">
                    <a16:creationId xmlns:a16="http://schemas.microsoft.com/office/drawing/2014/main" id="{4E381D5A-5A52-C83D-487E-F37C8FEDA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42" name="Line 55">
                  <a:extLst>
                    <a:ext uri="{FF2B5EF4-FFF2-40B4-BE49-F238E27FC236}">
                      <a16:creationId xmlns:a16="http://schemas.microsoft.com/office/drawing/2014/main" id="{2652CF3C-B0EF-581E-4452-195C94926B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43" name="AutoShape 56">
                  <a:extLst>
                    <a:ext uri="{FF2B5EF4-FFF2-40B4-BE49-F238E27FC236}">
                      <a16:creationId xmlns:a16="http://schemas.microsoft.com/office/drawing/2014/main" id="{424A1083-03D5-5590-4361-2E3305004D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41" name="Freeform 863">
                <a:extLst>
                  <a:ext uri="{FF2B5EF4-FFF2-40B4-BE49-F238E27FC236}">
                    <a16:creationId xmlns:a16="http://schemas.microsoft.com/office/drawing/2014/main" id="{DC9CA4D6-786A-45CD-04F8-BC4A1233D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2139" name="Text Box 42">
              <a:extLst>
                <a:ext uri="{FF2B5EF4-FFF2-40B4-BE49-F238E27FC236}">
                  <a16:creationId xmlns:a16="http://schemas.microsoft.com/office/drawing/2014/main" id="{7CC006DA-8B9A-7773-C6B2-162356C3A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3150" y="3389808"/>
              <a:ext cx="308094" cy="523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cs typeface="Times New Roman" panose="02020603050405020304" pitchFamily="18" charset="0"/>
                </a:rPr>
                <a:t>1</a:t>
              </a:r>
              <a:br>
                <a:rPr lang="en-US" altLang="en-US" sz="1400">
                  <a:cs typeface="Times New Roman" panose="02020603050405020304" pitchFamily="18" charset="0"/>
                </a:rPr>
              </a:br>
              <a:r>
                <a:rPr lang="en-US" altLang="ja-JP" sz="140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π</a:t>
              </a:r>
              <a:endParaRPr lang="en-US" altLang="en-US" sz="1400"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 Box 42">
            <a:extLst>
              <a:ext uri="{FF2B5EF4-FFF2-40B4-BE49-F238E27FC236}">
                <a16:creationId xmlns:a16="http://schemas.microsoft.com/office/drawing/2014/main" id="{F92D4C11-48B1-5579-767F-93BA50293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539" y="2132013"/>
            <a:ext cx="620713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Duty</a:t>
            </a:r>
            <a:br>
              <a:rPr lang="en-US" altLang="en-US" sz="12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-1</a:t>
            </a:r>
            <a:r>
              <a:rPr lang="ja-JP" altLang="en-US" sz="12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ja-JP" sz="1200" dirty="0">
                <a:latin typeface="+mj-lt"/>
                <a:cs typeface="Times New Roman" panose="02020603050405020304" pitchFamily="18" charset="0"/>
              </a:rPr>
              <a:t>to 1</a:t>
            </a:r>
            <a:endParaRPr lang="en-US" altLang="en-US" sz="12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071" name="グループ化 20">
            <a:extLst>
              <a:ext uri="{FF2B5EF4-FFF2-40B4-BE49-F238E27FC236}">
                <a16:creationId xmlns:a16="http://schemas.microsoft.com/office/drawing/2014/main" id="{8AE8B882-A2E7-8B9B-8FF6-B1B2E4B3F162}"/>
              </a:ext>
            </a:extLst>
          </p:cNvPr>
          <p:cNvGrpSpPr>
            <a:grpSpLocks/>
          </p:cNvGrpSpPr>
          <p:nvPr/>
        </p:nvGrpSpPr>
        <p:grpSpPr bwMode="auto">
          <a:xfrm>
            <a:off x="3341207" y="2274907"/>
            <a:ext cx="914412" cy="733551"/>
            <a:chOff x="3940565" y="3304121"/>
            <a:chExt cx="914400" cy="733425"/>
          </a:xfrm>
        </p:grpSpPr>
        <p:grpSp>
          <p:nvGrpSpPr>
            <p:cNvPr id="2132" name="Group 864">
              <a:extLst>
                <a:ext uri="{FF2B5EF4-FFF2-40B4-BE49-F238E27FC236}">
                  <a16:creationId xmlns:a16="http://schemas.microsoft.com/office/drawing/2014/main" id="{7E09E743-E57E-6701-2B8E-BEFCD5AA8D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34" name="Group 60">
                <a:extLst>
                  <a:ext uri="{FF2B5EF4-FFF2-40B4-BE49-F238E27FC236}">
                    <a16:creationId xmlns:a16="http://schemas.microsoft.com/office/drawing/2014/main" id="{6D706C6A-60C2-0B7A-0FF3-D58773AC9E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36" name="Line 55">
                  <a:extLst>
                    <a:ext uri="{FF2B5EF4-FFF2-40B4-BE49-F238E27FC236}">
                      <a16:creationId xmlns:a16="http://schemas.microsoft.com/office/drawing/2014/main" id="{972378CF-56DE-D7AA-F5D4-86BE6BE12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37" name="AutoShape 56">
                  <a:extLst>
                    <a:ext uri="{FF2B5EF4-FFF2-40B4-BE49-F238E27FC236}">
                      <a16:creationId xmlns:a16="http://schemas.microsoft.com/office/drawing/2014/main" id="{E2E28778-363B-2553-4FE8-8AA12907E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35" name="Freeform 863">
                <a:extLst>
                  <a:ext uri="{FF2B5EF4-FFF2-40B4-BE49-F238E27FC236}">
                    <a16:creationId xmlns:a16="http://schemas.microsoft.com/office/drawing/2014/main" id="{7F52EED9-F50B-B57B-4D0B-807E3217E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83" name="Text Box 42">
              <a:extLst>
                <a:ext uri="{FF2B5EF4-FFF2-40B4-BE49-F238E27FC236}">
                  <a16:creationId xmlns:a16="http://schemas.microsoft.com/office/drawing/2014/main" id="{12315BC0-7EC3-8958-D0B3-963FAC324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7620" y="3496156"/>
              <a:ext cx="563556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Ibias</a:t>
              </a:r>
              <a:endParaRPr lang="en-US" altLang="en-US" sz="1600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72" name="グループ化 21">
            <a:extLst>
              <a:ext uri="{FF2B5EF4-FFF2-40B4-BE49-F238E27FC236}">
                <a16:creationId xmlns:a16="http://schemas.microsoft.com/office/drawing/2014/main" id="{2E261675-6C61-27DD-A759-C264B773F602}"/>
              </a:ext>
            </a:extLst>
          </p:cNvPr>
          <p:cNvGrpSpPr>
            <a:grpSpLocks/>
          </p:cNvGrpSpPr>
          <p:nvPr/>
        </p:nvGrpSpPr>
        <p:grpSpPr bwMode="auto">
          <a:xfrm>
            <a:off x="7583665" y="2279288"/>
            <a:ext cx="1012838" cy="733551"/>
            <a:chOff x="5645385" y="3311463"/>
            <a:chExt cx="1012825" cy="733425"/>
          </a:xfrm>
        </p:grpSpPr>
        <p:grpSp>
          <p:nvGrpSpPr>
            <p:cNvPr id="2126" name="Group 864">
              <a:extLst>
                <a:ext uri="{FF2B5EF4-FFF2-40B4-BE49-F238E27FC236}">
                  <a16:creationId xmlns:a16="http://schemas.microsoft.com/office/drawing/2014/main" id="{6CEA5ED2-0B41-48BF-FE95-6B7EEAF013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45385" y="3311463"/>
              <a:ext cx="1012825" cy="733425"/>
              <a:chOff x="1843" y="1698"/>
              <a:chExt cx="638" cy="462"/>
            </a:xfrm>
          </p:grpSpPr>
          <p:grpSp>
            <p:nvGrpSpPr>
              <p:cNvPr id="2128" name="Group 60">
                <a:extLst>
                  <a:ext uri="{FF2B5EF4-FFF2-40B4-BE49-F238E27FC236}">
                    <a16:creationId xmlns:a16="http://schemas.microsoft.com/office/drawing/2014/main" id="{CA221370-8ED4-C8E7-DD60-19767D4C8E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2" y="1698"/>
                <a:ext cx="499" cy="461"/>
                <a:chOff x="3595" y="3427"/>
                <a:chExt cx="499" cy="461"/>
              </a:xfrm>
            </p:grpSpPr>
            <p:sp>
              <p:nvSpPr>
                <p:cNvPr id="2130" name="Line 55">
                  <a:extLst>
                    <a:ext uri="{FF2B5EF4-FFF2-40B4-BE49-F238E27FC236}">
                      <a16:creationId xmlns:a16="http://schemas.microsoft.com/office/drawing/2014/main" id="{837B8C50-DD01-63F4-7CB4-C77593B701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17" y="3653"/>
                  <a:ext cx="17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31" name="AutoShape 56">
                  <a:extLst>
                    <a:ext uri="{FF2B5EF4-FFF2-40B4-BE49-F238E27FC236}">
                      <a16:creationId xmlns:a16="http://schemas.microsoft.com/office/drawing/2014/main" id="{81DD66F7-127C-CB9B-7770-1A06EFC74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29" name="Freeform 863">
                <a:extLst>
                  <a:ext uri="{FF2B5EF4-FFF2-40B4-BE49-F238E27FC236}">
                    <a16:creationId xmlns:a16="http://schemas.microsoft.com/office/drawing/2014/main" id="{1E1A0787-A9F1-E5C1-AF12-4DCFA66FC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77" name="Text Box 42">
              <a:extLst>
                <a:ext uri="{FF2B5EF4-FFF2-40B4-BE49-F238E27FC236}">
                  <a16:creationId xmlns:a16="http://schemas.microsoft.com/office/drawing/2014/main" id="{C463E7A8-6268-43EA-A83D-CC9A41189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1731" y="3517636"/>
              <a:ext cx="584192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Kvco</a:t>
              </a:r>
            </a:p>
          </p:txBody>
        </p:sp>
      </p:grpSp>
      <p:sp>
        <p:nvSpPr>
          <p:cNvPr id="2074" name="Freeform 863">
            <a:extLst>
              <a:ext uri="{FF2B5EF4-FFF2-40B4-BE49-F238E27FC236}">
                <a16:creationId xmlns:a16="http://schemas.microsoft.com/office/drawing/2014/main" id="{C641B2C6-BEC3-DAC3-9741-C044052D50A9}"/>
              </a:ext>
            </a:extLst>
          </p:cNvPr>
          <p:cNvSpPr>
            <a:spLocks/>
          </p:cNvSpPr>
          <p:nvPr/>
        </p:nvSpPr>
        <p:spPr bwMode="auto">
          <a:xfrm flipH="1">
            <a:off x="4749603" y="4930325"/>
            <a:ext cx="914412" cy="731964"/>
          </a:xfrm>
          <a:custGeom>
            <a:avLst/>
            <a:gdLst>
              <a:gd name="T0" fmla="*/ 0 w 576"/>
              <a:gd name="T1" fmla="*/ 582157285 h 461"/>
              <a:gd name="T2" fmla="*/ 289818763 w 576"/>
              <a:gd name="T3" fmla="*/ 1161793619 h 461"/>
              <a:gd name="T4" fmla="*/ 1451610000 w 576"/>
              <a:gd name="T5" fmla="*/ 582157285 h 461"/>
              <a:gd name="T6" fmla="*/ 289818763 w 576"/>
              <a:gd name="T7" fmla="*/ 0 h 461"/>
              <a:gd name="T8" fmla="*/ 0 w 576"/>
              <a:gd name="T9" fmla="*/ 582157285 h 4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6" h="461">
                <a:moveTo>
                  <a:pt x="0" y="231"/>
                </a:moveTo>
                <a:lnTo>
                  <a:pt x="115" y="461"/>
                </a:lnTo>
                <a:lnTo>
                  <a:pt x="576" y="231"/>
                </a:lnTo>
                <a:lnTo>
                  <a:pt x="115" y="0"/>
                </a:lnTo>
                <a:lnTo>
                  <a:pt x="0" y="231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122E5B42-E231-9A82-190E-486DB4E7F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302" y="1727200"/>
            <a:ext cx="46839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PD</a:t>
            </a:r>
          </a:p>
        </p:txBody>
      </p:sp>
      <p:sp>
        <p:nvSpPr>
          <p:cNvPr id="27" name="Text Box 42">
            <a:extLst>
              <a:ext uri="{FF2B5EF4-FFF2-40B4-BE49-F238E27FC236}">
                <a16:creationId xmlns:a16="http://schemas.microsoft.com/office/drawing/2014/main" id="{2A5718A8-7994-8629-6BDC-40B0CB5E9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977" y="1481138"/>
            <a:ext cx="8890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Charge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 pump</a:t>
            </a:r>
          </a:p>
        </p:txBody>
      </p:sp>
      <p:grpSp>
        <p:nvGrpSpPr>
          <p:cNvPr id="2079" name="グループ化 28">
            <a:extLst>
              <a:ext uri="{FF2B5EF4-FFF2-40B4-BE49-F238E27FC236}">
                <a16:creationId xmlns:a16="http://schemas.microsoft.com/office/drawing/2014/main" id="{C44610D6-B8C9-A85E-CD6A-A2D2FB3623DF}"/>
              </a:ext>
            </a:extLst>
          </p:cNvPr>
          <p:cNvGrpSpPr>
            <a:grpSpLocks/>
          </p:cNvGrpSpPr>
          <p:nvPr/>
        </p:nvGrpSpPr>
        <p:grpSpPr bwMode="auto">
          <a:xfrm>
            <a:off x="4603834" y="2274907"/>
            <a:ext cx="914412" cy="733551"/>
            <a:chOff x="3940565" y="3304121"/>
            <a:chExt cx="914400" cy="733425"/>
          </a:xfrm>
        </p:grpSpPr>
        <p:grpSp>
          <p:nvGrpSpPr>
            <p:cNvPr id="2120" name="Group 864">
              <a:extLst>
                <a:ext uri="{FF2B5EF4-FFF2-40B4-BE49-F238E27FC236}">
                  <a16:creationId xmlns:a16="http://schemas.microsoft.com/office/drawing/2014/main" id="{D69F7AE8-4E4C-BCA5-9BD2-155EC2A227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22" name="Group 60">
                <a:extLst>
                  <a:ext uri="{FF2B5EF4-FFF2-40B4-BE49-F238E27FC236}">
                    <a16:creationId xmlns:a16="http://schemas.microsoft.com/office/drawing/2014/main" id="{7F8F0230-3EC8-684C-9BF2-447162B969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24" name="Line 55">
                  <a:extLst>
                    <a:ext uri="{FF2B5EF4-FFF2-40B4-BE49-F238E27FC236}">
                      <a16:creationId xmlns:a16="http://schemas.microsoft.com/office/drawing/2014/main" id="{14787746-5246-BF35-E545-CE6446A922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25" name="AutoShape 56">
                  <a:extLst>
                    <a:ext uri="{FF2B5EF4-FFF2-40B4-BE49-F238E27FC236}">
                      <a16:creationId xmlns:a16="http://schemas.microsoft.com/office/drawing/2014/main" id="{B79190C5-BC07-DF28-8605-9F9FF10B2B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23" name="Freeform 863">
                <a:extLst>
                  <a:ext uri="{FF2B5EF4-FFF2-40B4-BE49-F238E27FC236}">
                    <a16:creationId xmlns:a16="http://schemas.microsoft.com/office/drawing/2014/main" id="{DC927B82-4B7E-BA03-66A4-BCA8CC7FF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71" name="Text Box 42">
              <a:extLst>
                <a:ext uri="{FF2B5EF4-FFF2-40B4-BE49-F238E27FC236}">
                  <a16:creationId xmlns:a16="http://schemas.microsoft.com/office/drawing/2014/main" id="{F3D5D34E-B7D1-0464-B002-EFDDBAEA2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7218" y="3540598"/>
              <a:ext cx="414333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R1</a:t>
              </a:r>
            </a:p>
          </p:txBody>
        </p:sp>
      </p:grpSp>
      <p:cxnSp>
        <p:nvCxnSpPr>
          <p:cNvPr id="2080" name="直線コネクタ 29">
            <a:extLst>
              <a:ext uri="{FF2B5EF4-FFF2-40B4-BE49-F238E27FC236}">
                <a16:creationId xmlns:a16="http://schemas.microsoft.com/office/drawing/2014/main" id="{4ED4BD73-8BE5-3D34-A785-516BF154428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547950" y="2641398"/>
            <a:ext cx="311031" cy="6496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 Box 42">
            <a:extLst>
              <a:ext uri="{FF2B5EF4-FFF2-40B4-BE49-F238E27FC236}">
                <a16:creationId xmlns:a16="http://schemas.microsoft.com/office/drawing/2014/main" id="{6C76EDAF-15EB-582F-C7B5-82B09626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952" y="2132013"/>
            <a:ext cx="1096962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Current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-Ibias to Ibias</a:t>
            </a:r>
          </a:p>
        </p:txBody>
      </p:sp>
      <p:sp>
        <p:nvSpPr>
          <p:cNvPr id="33" name="Text Box 42">
            <a:extLst>
              <a:ext uri="{FF2B5EF4-FFF2-40B4-BE49-F238E27FC236}">
                <a16:creationId xmlns:a16="http://schemas.microsoft.com/office/drawing/2014/main" id="{3FAE491C-BB49-6749-4F47-01AA7D90F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4989" y="2132013"/>
            <a:ext cx="695325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Voltage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Vin</a:t>
            </a:r>
          </a:p>
        </p:txBody>
      </p:sp>
      <p:sp>
        <p:nvSpPr>
          <p:cNvPr id="34" name="Text Box 42">
            <a:extLst>
              <a:ext uri="{FF2B5EF4-FFF2-40B4-BE49-F238E27FC236}">
                <a16:creationId xmlns:a16="http://schemas.microsoft.com/office/drawing/2014/main" id="{AF5067AF-43C2-E852-0EF4-8F970E0E4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577" y="2290763"/>
            <a:ext cx="619125" cy="2778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Phase</a:t>
            </a:r>
          </a:p>
        </p:txBody>
      </p:sp>
      <p:sp>
        <p:nvSpPr>
          <p:cNvPr id="35" name="Text Box 42">
            <a:extLst>
              <a:ext uri="{FF2B5EF4-FFF2-40B4-BE49-F238E27FC236}">
                <a16:creationId xmlns:a16="http://schemas.microsoft.com/office/drawing/2014/main" id="{43497EFC-7CE3-77D1-7283-349CE70ED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266" y="1865313"/>
            <a:ext cx="481221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FM</a:t>
            </a:r>
            <a:br>
              <a:rPr lang="en-US" altLang="en-US" sz="16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in</a:t>
            </a:r>
          </a:p>
        </p:txBody>
      </p:sp>
      <p:cxnSp>
        <p:nvCxnSpPr>
          <p:cNvPr id="2086" name="Straight Connector 19">
            <a:extLst>
              <a:ext uri="{FF2B5EF4-FFF2-40B4-BE49-F238E27FC236}">
                <a16:creationId xmlns:a16="http://schemas.microsoft.com/office/drawing/2014/main" id="{719670BC-1EB0-F720-5306-03082EF0FDC7}"/>
              </a:ext>
            </a:extLst>
          </p:cNvPr>
          <p:cNvCxnSpPr>
            <a:cxnSpLocks noChangeShapeType="1"/>
            <a:stCxn id="2136" idx="1"/>
            <a:endCxn id="2124" idx="0"/>
          </p:cNvCxnSpPr>
          <p:nvPr/>
        </p:nvCxnSpPr>
        <p:spPr bwMode="auto">
          <a:xfrm flipV="1">
            <a:off x="4255618" y="2641683"/>
            <a:ext cx="348215" cy="1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87" name="Rectangle 485">
            <a:extLst>
              <a:ext uri="{FF2B5EF4-FFF2-40B4-BE49-F238E27FC236}">
                <a16:creationId xmlns:a16="http://schemas.microsoft.com/office/drawing/2014/main" id="{D0D8F930-C35E-1002-5293-1E868ED44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246" y="3442727"/>
            <a:ext cx="655930" cy="731638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3600" b="1">
                <a:ea typeface="ＭＳ Ｐゴシック" panose="020B0600070205080204" pitchFamily="50" charset="-128"/>
              </a:rPr>
              <a:t>∫</a:t>
            </a:r>
            <a:endParaRPr lang="en-US" altLang="en-US" sz="3600" b="1"/>
          </a:p>
        </p:txBody>
      </p:sp>
      <p:grpSp>
        <p:nvGrpSpPr>
          <p:cNvPr id="2088" name="グループ化 37">
            <a:extLst>
              <a:ext uri="{FF2B5EF4-FFF2-40B4-BE49-F238E27FC236}">
                <a16:creationId xmlns:a16="http://schemas.microsoft.com/office/drawing/2014/main" id="{F55C6F3F-6BA8-59CD-6CEC-014AC928C9B8}"/>
              </a:ext>
            </a:extLst>
          </p:cNvPr>
          <p:cNvGrpSpPr>
            <a:grpSpLocks/>
          </p:cNvGrpSpPr>
          <p:nvPr/>
        </p:nvGrpSpPr>
        <p:grpSpPr bwMode="auto">
          <a:xfrm>
            <a:off x="4603834" y="3425778"/>
            <a:ext cx="914412" cy="733551"/>
            <a:chOff x="3940565" y="3304121"/>
            <a:chExt cx="914400" cy="733425"/>
          </a:xfrm>
        </p:grpSpPr>
        <p:grpSp>
          <p:nvGrpSpPr>
            <p:cNvPr id="2114" name="Group 864">
              <a:extLst>
                <a:ext uri="{FF2B5EF4-FFF2-40B4-BE49-F238E27FC236}">
                  <a16:creationId xmlns:a16="http://schemas.microsoft.com/office/drawing/2014/main" id="{FA9D086E-3CDC-AB82-EE8D-0FC30D3646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16" name="Group 60">
                <a:extLst>
                  <a:ext uri="{FF2B5EF4-FFF2-40B4-BE49-F238E27FC236}">
                    <a16:creationId xmlns:a16="http://schemas.microsoft.com/office/drawing/2014/main" id="{0CE67B3F-51E9-531E-3FB4-CBFC52F332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18" name="Line 55">
                  <a:extLst>
                    <a:ext uri="{FF2B5EF4-FFF2-40B4-BE49-F238E27FC236}">
                      <a16:creationId xmlns:a16="http://schemas.microsoft.com/office/drawing/2014/main" id="{F56D5A9D-0E7E-21A5-04BB-9DB67420E9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9" name="AutoShape 56">
                  <a:extLst>
                    <a:ext uri="{FF2B5EF4-FFF2-40B4-BE49-F238E27FC236}">
                      <a16:creationId xmlns:a16="http://schemas.microsoft.com/office/drawing/2014/main" id="{7E4F87CF-6801-EE7C-A1A1-1BAB68DEDD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17" name="Freeform 863">
                <a:extLst>
                  <a:ext uri="{FF2B5EF4-FFF2-40B4-BE49-F238E27FC236}">
                    <a16:creationId xmlns:a16="http://schemas.microsoft.com/office/drawing/2014/main" id="{FFA03CA2-7FBE-59F5-EE51-3F5BE478B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65" name="Text Box 42">
              <a:extLst>
                <a:ext uri="{FF2B5EF4-FFF2-40B4-BE49-F238E27FC236}">
                  <a16:creationId xmlns:a16="http://schemas.microsoft.com/office/drawing/2014/main" id="{EAEE2F80-21B2-008B-1DF4-071996A1C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7056" y="3404164"/>
              <a:ext cx="414332" cy="5221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1</a:t>
              </a:r>
              <a:br>
                <a:rPr lang="en-US" altLang="en-US" sz="14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C1</a:t>
              </a:r>
            </a:p>
          </p:txBody>
        </p:sp>
      </p:grpSp>
      <p:cxnSp>
        <p:nvCxnSpPr>
          <p:cNvPr id="2089" name="直線コネクタ 38">
            <a:extLst>
              <a:ext uri="{FF2B5EF4-FFF2-40B4-BE49-F238E27FC236}">
                <a16:creationId xmlns:a16="http://schemas.microsoft.com/office/drawing/2014/main" id="{0F569052-CF8C-455C-768E-971B16F5ACD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76216" y="3793191"/>
            <a:ext cx="311031" cy="6496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07" name="Group 347">
            <a:extLst>
              <a:ext uri="{FF2B5EF4-FFF2-40B4-BE49-F238E27FC236}">
                <a16:creationId xmlns:a16="http://schemas.microsoft.com/office/drawing/2014/main" id="{4E63EE32-9B74-3AF4-2A98-54B861F41A7E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5893670" y="2332056"/>
            <a:ext cx="1909788" cy="766895"/>
            <a:chOff x="525" y="3600"/>
            <a:chExt cx="1203" cy="483"/>
          </a:xfrm>
        </p:grpSpPr>
        <p:sp>
          <p:nvSpPr>
            <p:cNvPr id="2109" name="Oval 339">
              <a:extLst>
                <a:ext uri="{FF2B5EF4-FFF2-40B4-BE49-F238E27FC236}">
                  <a16:creationId xmlns:a16="http://schemas.microsoft.com/office/drawing/2014/main" id="{82942591-F336-103D-B5C5-E1AA7B829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3715"/>
              <a:ext cx="346" cy="34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10" name="Line 340">
              <a:extLst>
                <a:ext uri="{FF2B5EF4-FFF2-40B4-BE49-F238E27FC236}">
                  <a16:creationId xmlns:a16="http://schemas.microsoft.com/office/drawing/2014/main" id="{C10DF90C-3506-194C-66FC-4D47193F69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71" y="3830"/>
              <a:ext cx="0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1" name="Line 341">
              <a:extLst>
                <a:ext uri="{FF2B5EF4-FFF2-40B4-BE49-F238E27FC236}">
                  <a16:creationId xmlns:a16="http://schemas.microsoft.com/office/drawing/2014/main" id="{7DAFF64B-8140-5B81-243F-710DE7425C9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6" y="3516"/>
              <a:ext cx="0" cy="7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2" name="Line 345">
              <a:extLst>
                <a:ext uri="{FF2B5EF4-FFF2-40B4-BE49-F238E27FC236}">
                  <a16:creationId xmlns:a16="http://schemas.microsoft.com/office/drawing/2014/main" id="{A36C033E-DBCF-A720-597C-E331D621B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00"/>
              <a:ext cx="0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3" name="Text Box 346">
              <a:extLst>
                <a:ext uri="{FF2B5EF4-FFF2-40B4-BE49-F238E27FC236}">
                  <a16:creationId xmlns:a16="http://schemas.microsoft.com/office/drawing/2014/main" id="{CD0BD819-678A-59F8-40DD-71CBE35E2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679"/>
              <a:ext cx="2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 dirty="0"/>
                <a:t>+</a:t>
              </a:r>
            </a:p>
          </p:txBody>
        </p:sp>
      </p:grpSp>
      <p:cxnSp>
        <p:nvCxnSpPr>
          <p:cNvPr id="2091" name="Straight Connector 19">
            <a:extLst>
              <a:ext uri="{FF2B5EF4-FFF2-40B4-BE49-F238E27FC236}">
                <a16:creationId xmlns:a16="http://schemas.microsoft.com/office/drawing/2014/main" id="{53249B08-1D7F-6983-40D4-900982280971}"/>
              </a:ext>
            </a:extLst>
          </p:cNvPr>
          <p:cNvCxnSpPr>
            <a:cxnSpLocks noChangeShapeType="1"/>
            <a:stCxn id="2124" idx="1"/>
            <a:endCxn id="2110" idx="0"/>
          </p:cNvCxnSpPr>
          <p:nvPr/>
        </p:nvCxnSpPr>
        <p:spPr bwMode="auto">
          <a:xfrm>
            <a:off x="5518246" y="2641684"/>
            <a:ext cx="374633" cy="782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2" name="コネクタ: カギ線 41">
            <a:extLst>
              <a:ext uri="{FF2B5EF4-FFF2-40B4-BE49-F238E27FC236}">
                <a16:creationId xmlns:a16="http://schemas.microsoft.com/office/drawing/2014/main" id="{5C1828DF-8D96-B1DB-05C5-7DF9E972269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994978" y="3190832"/>
            <a:ext cx="1156414" cy="61297"/>
          </a:xfrm>
          <a:prstGeom prst="bentConnector3">
            <a:avLst>
              <a:gd name="adj1" fmla="val 99431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93" name="Oval 813">
            <a:extLst>
              <a:ext uri="{FF2B5EF4-FFF2-40B4-BE49-F238E27FC236}">
                <a16:creationId xmlns:a16="http://schemas.microsoft.com/office/drawing/2014/main" id="{D991664A-4D58-8B88-F19B-CD988926C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000" y="2596420"/>
            <a:ext cx="92076" cy="92091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094" name="コネクタ: カギ線 43">
            <a:extLst>
              <a:ext uri="{FF2B5EF4-FFF2-40B4-BE49-F238E27FC236}">
                <a16:creationId xmlns:a16="http://schemas.microsoft.com/office/drawing/2014/main" id="{E50C469D-9F36-F237-CD77-48D34865ADCC}"/>
              </a:ext>
            </a:extLst>
          </p:cNvPr>
          <p:cNvCxnSpPr>
            <a:cxnSpLocks noChangeShapeType="1"/>
            <a:stCxn id="2087" idx="3"/>
            <a:endCxn id="2112" idx="0"/>
          </p:cNvCxnSpPr>
          <p:nvPr/>
        </p:nvCxnSpPr>
        <p:spPr bwMode="auto">
          <a:xfrm flipV="1">
            <a:off x="6174176" y="3098951"/>
            <a:ext cx="176701" cy="709595"/>
          </a:xfrm>
          <a:prstGeom prst="bentConnector4">
            <a:avLst>
              <a:gd name="adj1" fmla="val 50000"/>
              <a:gd name="adj2" fmla="val 5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95" name="Rectangle 485">
            <a:extLst>
              <a:ext uri="{FF2B5EF4-FFF2-40B4-BE49-F238E27FC236}">
                <a16:creationId xmlns:a16="http://schemas.microsoft.com/office/drawing/2014/main" id="{45FE7289-5AD9-8469-DABE-7C75B075F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227" y="2285460"/>
            <a:ext cx="655930" cy="731638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3600" b="1">
                <a:ea typeface="ＭＳ Ｐゴシック" panose="020B0600070205080204" pitchFamily="50" charset="-128"/>
              </a:rPr>
              <a:t>∫</a:t>
            </a:r>
            <a:endParaRPr lang="en-US" altLang="en-US" sz="3600" b="1"/>
          </a:p>
        </p:txBody>
      </p:sp>
      <p:sp>
        <p:nvSpPr>
          <p:cNvPr id="2097" name="Freeform 229">
            <a:extLst>
              <a:ext uri="{FF2B5EF4-FFF2-40B4-BE49-F238E27FC236}">
                <a16:creationId xmlns:a16="http://schemas.microsoft.com/office/drawing/2014/main" id="{E82EF4DF-2E36-3D62-4731-340679DF3601}"/>
              </a:ext>
            </a:extLst>
          </p:cNvPr>
          <p:cNvSpPr>
            <a:spLocks/>
          </p:cNvSpPr>
          <p:nvPr/>
        </p:nvSpPr>
        <p:spPr bwMode="auto">
          <a:xfrm>
            <a:off x="10719770" y="2466974"/>
            <a:ext cx="1189426" cy="329671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74149 w 288"/>
              <a:gd name="T5" fmla="*/ 330143 h 115"/>
              <a:gd name="T6" fmla="*/ 593717 w 288"/>
              <a:gd name="T7" fmla="*/ 163636 h 115"/>
              <a:gd name="T8" fmla="*/ 474149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 err="1">
                <a:ea typeface="ＭＳ Ｐゴシック" panose="020B0600070205080204" pitchFamily="50" charset="-128"/>
                <a:cs typeface="Times New Roman" panose="02020603050405020304" pitchFamily="18" charset="0"/>
              </a:rPr>
              <a:t>lf_out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48" name="Text Box 42">
            <a:extLst>
              <a:ext uri="{FF2B5EF4-FFF2-40B4-BE49-F238E27FC236}">
                <a16:creationId xmlns:a16="http://schemas.microsoft.com/office/drawing/2014/main" id="{0F7F9646-F21A-053B-0F80-1E015BBDB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0848" y="2774950"/>
            <a:ext cx="171232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FM Demodulator</a:t>
            </a:r>
            <a:br>
              <a:rPr lang="en-US" altLang="en-US" sz="16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 out</a:t>
            </a:r>
          </a:p>
        </p:txBody>
      </p:sp>
      <p:sp>
        <p:nvSpPr>
          <p:cNvPr id="50" name="Text Box 42">
            <a:extLst>
              <a:ext uri="{FF2B5EF4-FFF2-40B4-BE49-F238E27FC236}">
                <a16:creationId xmlns:a16="http://schemas.microsoft.com/office/drawing/2014/main" id="{F3D74971-2403-63A8-D85C-26A8004BB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414" y="1485418"/>
            <a:ext cx="212407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External</a:t>
            </a:r>
            <a:br>
              <a:rPr lang="en-US" altLang="en-US" sz="1600" b="1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Loop filter</a:t>
            </a:r>
          </a:p>
        </p:txBody>
      </p:sp>
      <p:cxnSp>
        <p:nvCxnSpPr>
          <p:cNvPr id="2101" name="コネクタ: カギ線 50">
            <a:extLst>
              <a:ext uri="{FF2B5EF4-FFF2-40B4-BE49-F238E27FC236}">
                <a16:creationId xmlns:a16="http://schemas.microsoft.com/office/drawing/2014/main" id="{882DC4FA-0D68-5A8D-014B-2CE4ECFC1C01}"/>
              </a:ext>
            </a:extLst>
          </p:cNvPr>
          <p:cNvCxnSpPr>
            <a:cxnSpLocks noChangeShapeType="1"/>
            <a:endCxn id="2063" idx="0"/>
          </p:cNvCxnSpPr>
          <p:nvPr/>
        </p:nvCxnSpPr>
        <p:spPr bwMode="auto">
          <a:xfrm rot="10800000">
            <a:off x="1943259" y="2916356"/>
            <a:ext cx="3523032" cy="2373988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3" name="コネクタ: カギ線 52">
            <a:extLst>
              <a:ext uri="{FF2B5EF4-FFF2-40B4-BE49-F238E27FC236}">
                <a16:creationId xmlns:a16="http://schemas.microsoft.com/office/drawing/2014/main" id="{E26A7B91-1D93-E1BF-7FA2-D7B2A1E41674}"/>
              </a:ext>
            </a:extLst>
          </p:cNvPr>
          <p:cNvCxnSpPr>
            <a:cxnSpLocks noChangeShapeType="1"/>
            <a:stCxn id="2095" idx="3"/>
          </p:cNvCxnSpPr>
          <p:nvPr/>
        </p:nvCxnSpPr>
        <p:spPr bwMode="auto">
          <a:xfrm flipH="1">
            <a:off x="5466291" y="2651279"/>
            <a:ext cx="4533866" cy="2639065"/>
          </a:xfrm>
          <a:prstGeom prst="bentConnector3">
            <a:avLst>
              <a:gd name="adj1" fmla="val -5042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Text Box 42">
            <a:extLst>
              <a:ext uri="{FF2B5EF4-FFF2-40B4-BE49-F238E27FC236}">
                <a16:creationId xmlns:a16="http://schemas.microsoft.com/office/drawing/2014/main" id="{9B2F7523-C0D1-540E-B8D1-A25E6A3E7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284" y="4950211"/>
            <a:ext cx="619125" cy="2778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Phase</a:t>
            </a:r>
          </a:p>
        </p:txBody>
      </p:sp>
      <p:grpSp>
        <p:nvGrpSpPr>
          <p:cNvPr id="13" name="Group 358">
            <a:extLst>
              <a:ext uri="{FF2B5EF4-FFF2-40B4-BE49-F238E27FC236}">
                <a16:creationId xmlns:a16="http://schemas.microsoft.com/office/drawing/2014/main" id="{1CB46074-B989-68CC-42FB-60C94E49AE7B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8429815" y="2331344"/>
            <a:ext cx="914412" cy="766895"/>
            <a:chOff x="749" y="3427"/>
            <a:chExt cx="576" cy="483"/>
          </a:xfrm>
        </p:grpSpPr>
        <p:grpSp>
          <p:nvGrpSpPr>
            <p:cNvPr id="14" name="Group 347">
              <a:extLst>
                <a:ext uri="{FF2B5EF4-FFF2-40B4-BE49-F238E27FC236}">
                  <a16:creationId xmlns:a16="http://schemas.microsoft.com/office/drawing/2014/main" id="{D4C8E2E9-D24C-AADA-0F45-23E73B665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" y="3506"/>
              <a:ext cx="461" cy="404"/>
              <a:chOff x="1152" y="3679"/>
              <a:chExt cx="461" cy="404"/>
            </a:xfrm>
          </p:grpSpPr>
          <p:sp>
            <p:nvSpPr>
              <p:cNvPr id="16" name="Oval 339">
                <a:extLst>
                  <a:ext uri="{FF2B5EF4-FFF2-40B4-BE49-F238E27FC236}">
                    <a16:creationId xmlns:a16="http://schemas.microsoft.com/office/drawing/2014/main" id="{9970DA2A-8F15-E5C5-F202-907354C6C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3715"/>
                <a:ext cx="346" cy="3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" name="Line 341">
                <a:extLst>
                  <a:ext uri="{FF2B5EF4-FFF2-40B4-BE49-F238E27FC236}">
                    <a16:creationId xmlns:a16="http://schemas.microsoft.com/office/drawing/2014/main" id="{FCF2F03B-4D1C-7775-D56C-93D5EA6A7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210" y="383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 Box 346">
                <a:extLst>
                  <a:ext uri="{FF2B5EF4-FFF2-40B4-BE49-F238E27FC236}">
                    <a16:creationId xmlns:a16="http://schemas.microsoft.com/office/drawing/2014/main" id="{3648CDBE-712B-E750-D2EC-8361C98CC4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3679"/>
                <a:ext cx="2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600" dirty="0"/>
                  <a:t>+</a:t>
                </a:r>
              </a:p>
            </p:txBody>
          </p:sp>
        </p:grpSp>
        <p:sp>
          <p:nvSpPr>
            <p:cNvPr id="15" name="Freeform 357">
              <a:extLst>
                <a:ext uri="{FF2B5EF4-FFF2-40B4-BE49-F238E27FC236}">
                  <a16:creationId xmlns:a16="http://schemas.microsoft.com/office/drawing/2014/main" id="{CBEF92FD-B958-2DFF-2B95-3D2DE2AFA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" y="3427"/>
              <a:ext cx="576" cy="288"/>
            </a:xfrm>
            <a:custGeom>
              <a:avLst/>
              <a:gdLst>
                <a:gd name="T0" fmla="*/ 0 w 576"/>
                <a:gd name="T1" fmla="*/ 288 h 288"/>
                <a:gd name="T2" fmla="*/ 288 w 576"/>
                <a:gd name="T3" fmla="*/ 0 h 288"/>
                <a:gd name="T4" fmla="*/ 576 w 576"/>
                <a:gd name="T5" fmla="*/ 288 h 288"/>
                <a:gd name="T6" fmla="*/ 0 w 576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288">
                  <a:moveTo>
                    <a:pt x="0" y="288"/>
                  </a:moveTo>
                  <a:lnTo>
                    <a:pt x="288" y="0"/>
                  </a:lnTo>
                  <a:lnTo>
                    <a:pt x="576" y="288"/>
                  </a:lnTo>
                  <a:lnTo>
                    <a:pt x="0" y="288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32099B90-8E12-1581-80EB-BC2398124CD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162925" y="3373049"/>
            <a:ext cx="1188695" cy="277080"/>
          </a:xfrm>
          <a:prstGeom prst="bentConnector3">
            <a:avLst>
              <a:gd name="adj1" fmla="val -1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 Box 42">
            <a:extLst>
              <a:ext uri="{FF2B5EF4-FFF2-40B4-BE49-F238E27FC236}">
                <a16:creationId xmlns:a16="http://schemas.microsoft.com/office/drawing/2014/main" id="{E860C55F-1B91-B90D-E801-7809C27E9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7021" y="3867590"/>
            <a:ext cx="69602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Current</a:t>
            </a:r>
          </a:p>
        </p:txBody>
      </p:sp>
      <p:sp>
        <p:nvSpPr>
          <p:cNvPr id="11" name="Oval 813">
            <a:extLst>
              <a:ext uri="{FF2B5EF4-FFF2-40B4-BE49-F238E27FC236}">
                <a16:creationId xmlns:a16="http://schemas.microsoft.com/office/drawing/2014/main" id="{CCCD94D9-2071-6E4C-079F-FCA470746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269" y="2596420"/>
            <a:ext cx="92076" cy="92091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2" name="コネクタ: カギ線 52">
            <a:extLst>
              <a:ext uri="{FF2B5EF4-FFF2-40B4-BE49-F238E27FC236}">
                <a16:creationId xmlns:a16="http://schemas.microsoft.com/office/drawing/2014/main" id="{761B5245-80F2-4D24-241D-F4C09254687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997948" y="877250"/>
            <a:ext cx="3500" cy="3462781"/>
          </a:xfrm>
          <a:prstGeom prst="bentConnector4">
            <a:avLst>
              <a:gd name="adj1" fmla="val 32173343"/>
              <a:gd name="adj2" fmla="val 94450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reeform 229">
            <a:extLst>
              <a:ext uri="{FF2B5EF4-FFF2-40B4-BE49-F238E27FC236}">
                <a16:creationId xmlns:a16="http://schemas.microsoft.com/office/drawing/2014/main" id="{39D13F04-8321-62FE-858C-FC1CBE31F9E8}"/>
              </a:ext>
            </a:extLst>
          </p:cNvPr>
          <p:cNvSpPr>
            <a:spLocks/>
          </p:cNvSpPr>
          <p:nvPr/>
        </p:nvSpPr>
        <p:spPr bwMode="auto">
          <a:xfrm>
            <a:off x="2800144" y="1102169"/>
            <a:ext cx="1189426" cy="329671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74149 w 288"/>
              <a:gd name="T5" fmla="*/ 330143 h 115"/>
              <a:gd name="T6" fmla="*/ 593717 w 288"/>
              <a:gd name="T7" fmla="*/ 163636 h 115"/>
              <a:gd name="T8" fmla="*/ 474149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 err="1">
                <a:ea typeface="ＭＳ Ｐゴシック" panose="020B0600070205080204" pitchFamily="50" charset="-128"/>
                <a:cs typeface="Times New Roman" panose="02020603050405020304" pitchFamily="18" charset="0"/>
              </a:rPr>
              <a:t>lf_in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3" name="コネクタ: カギ線 52">
            <a:extLst>
              <a:ext uri="{FF2B5EF4-FFF2-40B4-BE49-F238E27FC236}">
                <a16:creationId xmlns:a16="http://schemas.microsoft.com/office/drawing/2014/main" id="{F87BFD22-5102-8464-0DA7-F99DE05F5926}"/>
              </a:ext>
            </a:extLst>
          </p:cNvPr>
          <p:cNvCxnSpPr>
            <a:cxnSpLocks noChangeShapeType="1"/>
            <a:stCxn id="2093" idx="1"/>
          </p:cNvCxnSpPr>
          <p:nvPr/>
        </p:nvCxnSpPr>
        <p:spPr bwMode="auto">
          <a:xfrm rot="16200000" flipV="1">
            <a:off x="3567737" y="1664159"/>
            <a:ext cx="1317681" cy="573814"/>
          </a:xfrm>
          <a:prstGeom prst="bentConnector3">
            <a:avLst>
              <a:gd name="adj1" fmla="val 101837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Freeform 229">
            <a:extLst>
              <a:ext uri="{FF2B5EF4-FFF2-40B4-BE49-F238E27FC236}">
                <a16:creationId xmlns:a16="http://schemas.microsoft.com/office/drawing/2014/main" id="{42449685-1F04-5F38-616D-99589378D23D}"/>
              </a:ext>
            </a:extLst>
          </p:cNvPr>
          <p:cNvSpPr>
            <a:spLocks/>
          </p:cNvSpPr>
          <p:nvPr/>
        </p:nvSpPr>
        <p:spPr bwMode="auto">
          <a:xfrm>
            <a:off x="6846558" y="3947577"/>
            <a:ext cx="1799790" cy="320762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ja-JP" sz="1200" dirty="0"/>
              <a:t>CEN_FREQ_CUR</a:t>
            </a:r>
            <a:endParaRPr lang="ja-JP" altLang="en-US" sz="1200" dirty="0"/>
          </a:p>
        </p:txBody>
      </p:sp>
      <p:sp>
        <p:nvSpPr>
          <p:cNvPr id="25" name="Text Box 42">
            <a:extLst>
              <a:ext uri="{FF2B5EF4-FFF2-40B4-BE49-F238E27FC236}">
                <a16:creationId xmlns:a16="http://schemas.microsoft.com/office/drawing/2014/main" id="{0ABE633B-496F-45D0-6E7C-6F1BC5026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689" y="4249250"/>
            <a:ext cx="187808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Center Frequency</a:t>
            </a:r>
          </a:p>
        </p:txBody>
      </p:sp>
      <p:sp>
        <p:nvSpPr>
          <p:cNvPr id="28" name="Freeform 229">
            <a:extLst>
              <a:ext uri="{FF2B5EF4-FFF2-40B4-BE49-F238E27FC236}">
                <a16:creationId xmlns:a16="http://schemas.microsoft.com/office/drawing/2014/main" id="{76ED553F-5CD2-7CBA-762A-BD86AF59D20C}"/>
              </a:ext>
            </a:extLst>
          </p:cNvPr>
          <p:cNvSpPr>
            <a:spLocks/>
          </p:cNvSpPr>
          <p:nvPr/>
        </p:nvSpPr>
        <p:spPr bwMode="auto">
          <a:xfrm>
            <a:off x="6531700" y="3225948"/>
            <a:ext cx="1449701" cy="320762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ja-JP" sz="1200" dirty="0"/>
              <a:t>KVCO_ADJ_CUR</a:t>
            </a:r>
            <a:endParaRPr lang="ja-JP" altLang="en-US" sz="1200" dirty="0"/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CC9AAF33-54A2-3452-287D-89F42F6BE6D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736261" y="3041399"/>
            <a:ext cx="549188" cy="124501"/>
          </a:xfrm>
          <a:prstGeom prst="bentConnector3">
            <a:avLst>
              <a:gd name="adj1" fmla="val 926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 Box 42">
            <a:extLst>
              <a:ext uri="{FF2B5EF4-FFF2-40B4-BE49-F238E27FC236}">
                <a16:creationId xmlns:a16="http://schemas.microsoft.com/office/drawing/2014/main" id="{EC1A83F7-B8F3-FE96-3B7B-1A9C17DB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532" y="3554795"/>
            <a:ext cx="187808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Adjust KVCO</a:t>
            </a:r>
          </a:p>
        </p:txBody>
      </p:sp>
    </p:spTree>
    <p:extLst>
      <p:ext uri="{BB962C8B-B14F-4D97-AF65-F5344CB8AC3E}">
        <p14:creationId xmlns:p14="http://schemas.microsoft.com/office/powerpoint/2010/main" val="228226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F22BFC1-AE56-F2AA-743A-9C4FA79C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- VCO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EE652C-3F55-30C2-F90A-F9B10F2E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8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51A972C-06B3-9665-DE5C-607F8E6C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7EEF1EC-833E-1F67-863C-11EA9404C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25D7373D-58B1-D5FB-08F5-D68F9AA952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407F2A-9F85-D674-8592-FDA3A351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39" y="1444253"/>
            <a:ext cx="6764383" cy="517926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D82EB0D-B392-ACB4-5237-9DD8C701D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908" y="1455056"/>
            <a:ext cx="3249978" cy="516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0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35E838A-36D1-B492-8FC8-ED802AF31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CB53DB-E021-6375-C179-8A41BBF3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– PFD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1A7860-127B-7A8F-4476-1C7B8CCE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9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D935FED-1BA6-6745-C818-3303F87D7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98" y="1482048"/>
            <a:ext cx="10677236" cy="484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35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05C6C-3673-54FA-DB75-B75E0609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53C78BD-2718-C9E7-2FCC-9C9588F7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- OPAMP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9BDC49-EFBF-54E2-96E3-2075999E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10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9C5475A-C160-EB3B-1FAA-C97FA7225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7E8F833-5CD1-136B-4733-E11984F164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F704E6C-3B87-C841-CD7D-E3A5D3FA92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C7BAE00-CC91-7BCA-BACC-F6E680170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04" y="3527466"/>
            <a:ext cx="7062397" cy="309605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1921FDB-084B-5C09-5054-FB56E4D3E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87" y="3527465"/>
            <a:ext cx="4115374" cy="309605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9389687-9359-4FF2-0518-B20E7DAD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888" y="1211633"/>
            <a:ext cx="4115374" cy="222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12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29BF-756A-7F12-5C2E-820B7CB9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10A1146-6309-2022-D60E-92992031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– Beta multiplier reference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C33605-6418-71A7-8DD2-B754AC6F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11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055655D-48B3-9C7D-86F6-B4F6CAB33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78B725C9-9453-9FBD-8679-F1049D044D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9B690031-D6FF-EC2A-6A6B-576A090DB1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C1DE339-3A10-112B-C42D-FD87B7105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5" y="1891098"/>
            <a:ext cx="4867708" cy="429594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7C84B1C-9ACC-9D66-8CD9-D429D6C33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68" y="1899948"/>
            <a:ext cx="5588093" cy="428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9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162B3FE-41CF-1328-04BE-A0EEDC5F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414803D-E310-A41A-C609-5A30833C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Layout  (T.B.D)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0371B8-4BD7-094C-E931-E9F81166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2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E821E95-ADA8-046E-B08F-1B5A0774B9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97931-AB23-7D29-D4E6-D31B4564B0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Put evaluation result here</a:t>
            </a:r>
          </a:p>
          <a:p>
            <a:r>
              <a:rPr lang="en-US" altLang="ja-JP" dirty="0"/>
              <a:t>Insert graph to left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C843D2A-552D-462C-8120-7EA63ECC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Evaluation  (T.B.D)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52CE29-8A9D-6409-11C7-265EF3F9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59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02579838-756A-2434-9886-069A9309A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690991"/>
              </p:ext>
            </p:extLst>
          </p:nvPr>
        </p:nvGraphicFramePr>
        <p:xfrm>
          <a:off x="300039" y="1484313"/>
          <a:ext cx="10413797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953">
                  <a:extLst>
                    <a:ext uri="{9D8B030D-6E8A-4147-A177-3AD203B41FA5}">
                      <a16:colId xmlns:a16="http://schemas.microsoft.com/office/drawing/2014/main" val="54991912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98475569"/>
                    </a:ext>
                  </a:extLst>
                </a:gridCol>
                <a:gridCol w="4335780">
                  <a:extLst>
                    <a:ext uri="{9D8B030D-6E8A-4147-A177-3AD203B41FA5}">
                      <a16:colId xmlns:a16="http://schemas.microsoft.com/office/drawing/2014/main" val="1908493959"/>
                    </a:ext>
                  </a:extLst>
                </a:gridCol>
                <a:gridCol w="3874884">
                  <a:extLst>
                    <a:ext uri="{9D8B030D-6E8A-4147-A177-3AD203B41FA5}">
                      <a16:colId xmlns:a16="http://schemas.microsoft.com/office/drawing/2014/main" val="463317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Date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Event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Track Details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Team Formation Deadline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874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12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Project Proposal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4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July 3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Schematic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3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July 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Simulation Review (blocks) 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0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29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July 17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Simulation Review (top level)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0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READiness</a:t>
                      </a:r>
                      <a:r>
                        <a:rPr kumimoji="1" lang="en-US" altLang="ja-JP" dirty="0"/>
                        <a:t> Check &amp; Go/No-go Decision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3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 14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Layout Review (blocks)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995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 21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Layout Review (top level)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92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Aug. 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Verification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49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Final Chip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61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Final Submission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87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Upload of Chip Test Results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91245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520C28A6-7F70-A87A-A4B0-8781D2B3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Schedule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BB472B-6A9E-44B2-131C-35D72B6A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8109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2144</TotalTime>
  <Words>794</Words>
  <Application>Microsoft Office PowerPoint</Application>
  <PresentationFormat>ワイド画面</PresentationFormat>
  <Paragraphs>298</Paragraphs>
  <Slides>14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Times New Roman</vt:lpstr>
      <vt:lpstr>ST PowerPoint Template 16x9</vt:lpstr>
      <vt:lpstr>General purpose PLL 2026 May 27</vt:lpstr>
      <vt:lpstr>Agenda</vt:lpstr>
      <vt:lpstr>Project information</vt:lpstr>
      <vt:lpstr>Team background</vt:lpstr>
      <vt:lpstr>Specification</vt:lpstr>
      <vt:lpstr>Block diagram - Clock multiplier mode</vt:lpstr>
      <vt:lpstr>Block diagram – FM demodulator mode</vt:lpstr>
      <vt:lpstr>Circuit design - VCO</vt:lpstr>
      <vt:lpstr>Circuit design – PFD</vt:lpstr>
      <vt:lpstr>Circuit design - OPAMP</vt:lpstr>
      <vt:lpstr>Circuit design – Beta multiplier reference</vt:lpstr>
      <vt:lpstr>Layout  (T.B.D)</vt:lpstr>
      <vt:lpstr>Evaluation  (T.B.D)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豊 小谷</dc:creator>
  <cp:lastModifiedBy>豊 小谷</cp:lastModifiedBy>
  <cp:revision>82</cp:revision>
  <dcterms:created xsi:type="dcterms:W3CDTF">2026-04-28T12:50:12Z</dcterms:created>
  <dcterms:modified xsi:type="dcterms:W3CDTF">2026-05-28T12:40:23Z</dcterms:modified>
</cp:coreProperties>
</file>