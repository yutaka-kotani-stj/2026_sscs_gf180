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61" r:id="rId2"/>
    <p:sldId id="262" r:id="rId3"/>
    <p:sldId id="273" r:id="rId4"/>
    <p:sldId id="275" r:id="rId5"/>
    <p:sldId id="286" r:id="rId6"/>
    <p:sldId id="277" r:id="rId7"/>
    <p:sldId id="278" r:id="rId8"/>
    <p:sldId id="283" r:id="rId9"/>
    <p:sldId id="282" r:id="rId10"/>
    <p:sldId id="280" r:id="rId11"/>
    <p:sldId id="281" r:id="rId12"/>
    <p:sldId id="284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0474F2-30E5-4C01-A5DB-AB2E1E9AFD69}" v="123" dt="2026-05-10T03:08:55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8" autoAdjust="0"/>
    <p:restoredTop sz="83767" autoAdjust="0"/>
  </p:normalViewPr>
  <p:slideViewPr>
    <p:cSldViewPr snapToGrid="0">
      <p:cViewPr>
        <p:scale>
          <a:sx n="50" d="100"/>
          <a:sy n="50" d="100"/>
        </p:scale>
        <p:origin x="1020" y="4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253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豊 小谷" userId="3605ec3106b20ed8" providerId="LiveId" clId="{05627680-9581-44A8-A355-DE20D011879F}"/>
    <pc:docChg chg="undo redo custSel addSld delSld modSld">
      <pc:chgData name="豊 小谷" userId="3605ec3106b20ed8" providerId="LiveId" clId="{05627680-9581-44A8-A355-DE20D011879F}" dt="2026-05-10T07:10:27.330" v="3354"/>
      <pc:docMkLst>
        <pc:docMk/>
      </pc:docMkLst>
      <pc:sldChg chg="addSp delSp modSp mod modNotesTx">
        <pc:chgData name="豊 小谷" userId="3605ec3106b20ed8" providerId="LiveId" clId="{05627680-9581-44A8-A355-DE20D011879F}" dt="2026-05-10T00:37:57.283" v="694" actId="20577"/>
        <pc:sldMkLst>
          <pc:docMk/>
          <pc:sldMk cId="2881290642" sldId="261"/>
        </pc:sldMkLst>
        <pc:spChg chg="mod">
          <ac:chgData name="豊 小谷" userId="3605ec3106b20ed8" providerId="LiveId" clId="{05627680-9581-44A8-A355-DE20D011879F}" dt="2026-05-09T13:36:22.684" v="227" actId="20577"/>
          <ac:spMkLst>
            <pc:docMk/>
            <pc:sldMk cId="2881290642" sldId="261"/>
            <ac:spMk id="2" creationId="{C961F07B-F036-AEB6-9E15-27930A70B3E5}"/>
          </ac:spMkLst>
        </pc:spChg>
        <pc:spChg chg="mod">
          <ac:chgData name="豊 小谷" userId="3605ec3106b20ed8" providerId="LiveId" clId="{05627680-9581-44A8-A355-DE20D011879F}" dt="2026-05-10T00:37:14.046" v="693" actId="20577"/>
          <ac:spMkLst>
            <pc:docMk/>
            <pc:sldMk cId="2881290642" sldId="261"/>
            <ac:spMk id="3" creationId="{CAAA61F1-4BA6-C457-E76C-FDF43B4E3183}"/>
          </ac:spMkLst>
        </pc:spChg>
        <pc:spChg chg="add del mod">
          <ac:chgData name="豊 小谷" userId="3605ec3106b20ed8" providerId="LiveId" clId="{05627680-9581-44A8-A355-DE20D011879F}" dt="2026-05-10T00:33:30.001" v="640" actId="478"/>
          <ac:spMkLst>
            <pc:docMk/>
            <pc:sldMk cId="2881290642" sldId="261"/>
            <ac:spMk id="8" creationId="{1E6CB9B6-F7E3-0808-7516-D0FCA01007A8}"/>
          </ac:spMkLst>
        </pc:spChg>
        <pc:spChg chg="add del mod">
          <ac:chgData name="豊 小谷" userId="3605ec3106b20ed8" providerId="LiveId" clId="{05627680-9581-44A8-A355-DE20D011879F}" dt="2026-05-10T00:34:04.588" v="653" actId="478"/>
          <ac:spMkLst>
            <pc:docMk/>
            <pc:sldMk cId="2881290642" sldId="261"/>
            <ac:spMk id="10" creationId="{F59A90D8-CD7B-4015-8B3F-7C4E26C729DB}"/>
          </ac:spMkLst>
        </pc:spChg>
        <pc:picChg chg="add mod ord">
          <ac:chgData name="豊 小谷" userId="3605ec3106b20ed8" providerId="LiveId" clId="{05627680-9581-44A8-A355-DE20D011879F}" dt="2026-05-10T00:34:01.217" v="652" actId="1076"/>
          <ac:picMkLst>
            <pc:docMk/>
            <pc:sldMk cId="2881290642" sldId="261"/>
            <ac:picMk id="5" creationId="{207F96F6-0283-E961-5C37-89F47AF70B71}"/>
          </ac:picMkLst>
        </pc:picChg>
        <pc:picChg chg="add del">
          <ac:chgData name="豊 小谷" userId="3605ec3106b20ed8" providerId="LiveId" clId="{05627680-9581-44A8-A355-DE20D011879F}" dt="2026-05-10T00:33:32.182" v="642" actId="478"/>
          <ac:picMkLst>
            <pc:docMk/>
            <pc:sldMk cId="2881290642" sldId="261"/>
            <ac:picMk id="6" creationId="{C56D6767-C031-3C4E-D767-9D8E0D58CB76}"/>
          </ac:picMkLst>
        </pc:picChg>
      </pc:sldChg>
      <pc:sldChg chg="modSp mod">
        <pc:chgData name="豊 小谷" userId="3605ec3106b20ed8" providerId="LiveId" clId="{05627680-9581-44A8-A355-DE20D011879F}" dt="2026-05-10T02:02:41.097" v="1978" actId="20577"/>
        <pc:sldMkLst>
          <pc:docMk/>
          <pc:sldMk cId="2309114694" sldId="262"/>
        </pc:sldMkLst>
        <pc:spChg chg="mod">
          <ac:chgData name="豊 小谷" userId="3605ec3106b20ed8" providerId="LiveId" clId="{05627680-9581-44A8-A355-DE20D011879F}" dt="2026-05-09T13:07:18.274" v="7" actId="6549"/>
          <ac:spMkLst>
            <pc:docMk/>
            <pc:sldMk cId="2309114694" sldId="262"/>
            <ac:spMk id="3" creationId="{883423FF-E49C-B2EE-4962-A433D3110ED9}"/>
          </ac:spMkLst>
        </pc:spChg>
        <pc:spChg chg="mod">
          <ac:chgData name="豊 小谷" userId="3605ec3106b20ed8" providerId="LiveId" clId="{05627680-9581-44A8-A355-DE20D011879F}" dt="2026-05-09T13:08:28.510" v="84" actId="20577"/>
          <ac:spMkLst>
            <pc:docMk/>
            <pc:sldMk cId="2309114694" sldId="262"/>
            <ac:spMk id="4" creationId="{8A85FD3F-980E-B6B5-6FCA-451483397AAC}"/>
          </ac:spMkLst>
        </pc:spChg>
        <pc:spChg chg="mod">
          <ac:chgData name="豊 小谷" userId="3605ec3106b20ed8" providerId="LiveId" clId="{05627680-9581-44A8-A355-DE20D011879F}" dt="2026-05-09T13:08:39.984" v="102" actId="20577"/>
          <ac:spMkLst>
            <pc:docMk/>
            <pc:sldMk cId="2309114694" sldId="262"/>
            <ac:spMk id="6" creationId="{80D2A1DE-0977-E1FF-8CFD-0E698975501A}"/>
          </ac:spMkLst>
        </pc:spChg>
        <pc:spChg chg="mod">
          <ac:chgData name="豊 小谷" userId="3605ec3106b20ed8" providerId="LiveId" clId="{05627680-9581-44A8-A355-DE20D011879F}" dt="2026-05-09T13:35:46.942" v="207" actId="20577"/>
          <ac:spMkLst>
            <pc:docMk/>
            <pc:sldMk cId="2309114694" sldId="262"/>
            <ac:spMk id="8" creationId="{DE90BF70-22FF-F34D-9AA1-3E94C476D2F9}"/>
          </ac:spMkLst>
        </pc:spChg>
        <pc:spChg chg="mod">
          <ac:chgData name="豊 小谷" userId="3605ec3106b20ed8" providerId="LiveId" clId="{05627680-9581-44A8-A355-DE20D011879F}" dt="2026-05-09T13:09:01.287" v="139" actId="20577"/>
          <ac:spMkLst>
            <pc:docMk/>
            <pc:sldMk cId="2309114694" sldId="262"/>
            <ac:spMk id="10" creationId="{AD869DF4-B32D-B21F-47C9-8F34FA8AA9DB}"/>
          </ac:spMkLst>
        </pc:spChg>
        <pc:spChg chg="mod">
          <ac:chgData name="豊 小谷" userId="3605ec3106b20ed8" providerId="LiveId" clId="{05627680-9581-44A8-A355-DE20D011879F}" dt="2026-05-09T13:09:24.709" v="155" actId="20577"/>
          <ac:spMkLst>
            <pc:docMk/>
            <pc:sldMk cId="2309114694" sldId="262"/>
            <ac:spMk id="12" creationId="{E6EC81BC-899D-85F0-DFA8-DFC657B90422}"/>
          </ac:spMkLst>
        </pc:spChg>
        <pc:spChg chg="mod">
          <ac:chgData name="豊 小谷" userId="3605ec3106b20ed8" providerId="LiveId" clId="{05627680-9581-44A8-A355-DE20D011879F}" dt="2026-05-10T02:01:53.704" v="1960" actId="20577"/>
          <ac:spMkLst>
            <pc:docMk/>
            <pc:sldMk cId="2309114694" sldId="262"/>
            <ac:spMk id="14" creationId="{FC4C707C-8103-E7B0-21AE-CB72D0953796}"/>
          </ac:spMkLst>
        </pc:spChg>
        <pc:spChg chg="mod">
          <ac:chgData name="豊 小谷" userId="3605ec3106b20ed8" providerId="LiveId" clId="{05627680-9581-44A8-A355-DE20D011879F}" dt="2026-05-10T02:02:41.097" v="1978" actId="20577"/>
          <ac:spMkLst>
            <pc:docMk/>
            <pc:sldMk cId="2309114694" sldId="262"/>
            <ac:spMk id="16" creationId="{C289D3E0-4B14-B2AE-C676-1FD6730DF579}"/>
          </ac:spMkLst>
        </pc:spChg>
        <pc:spChg chg="mod">
          <ac:chgData name="豊 小谷" userId="3605ec3106b20ed8" providerId="LiveId" clId="{05627680-9581-44A8-A355-DE20D011879F}" dt="2026-05-09T13:09:48.677" v="175" actId="20577"/>
          <ac:spMkLst>
            <pc:docMk/>
            <pc:sldMk cId="2309114694" sldId="262"/>
            <ac:spMk id="18" creationId="{7BFD0AE3-3330-41FB-0921-382A1FF2F4D9}"/>
          </ac:spMkLst>
        </pc:spChg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609382087" sldId="263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819418187" sldId="264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572870471" sldId="265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117397941" sldId="267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2564216696" sldId="268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2965481433" sldId="269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1902547287" sldId="270"/>
        </pc:sldMkLst>
      </pc:sldChg>
      <pc:sldChg chg="del">
        <pc:chgData name="豊 小谷" userId="3605ec3106b20ed8" providerId="LiveId" clId="{05627680-9581-44A8-A355-DE20D011879F}" dt="2026-05-10T02:59:23.956" v="2968" actId="2696"/>
        <pc:sldMkLst>
          <pc:docMk/>
          <pc:sldMk cId="824370888" sldId="271"/>
        </pc:sldMkLst>
      </pc:sldChg>
      <pc:sldChg chg="modSp add del mod">
        <pc:chgData name="豊 小谷" userId="3605ec3106b20ed8" providerId="LiveId" clId="{05627680-9581-44A8-A355-DE20D011879F}" dt="2026-05-10T00:43:00.567" v="711" actId="47"/>
        <pc:sldMkLst>
          <pc:docMk/>
          <pc:sldMk cId="3636556012" sldId="272"/>
        </pc:sldMkLst>
        <pc:spChg chg="mod">
          <ac:chgData name="豊 小谷" userId="3605ec3106b20ed8" providerId="LiveId" clId="{05627680-9581-44A8-A355-DE20D011879F}" dt="2026-05-09T13:46:01.931" v="559" actId="20577"/>
          <ac:spMkLst>
            <pc:docMk/>
            <pc:sldMk cId="3636556012" sldId="272"/>
            <ac:spMk id="3" creationId="{2E53B8E0-A696-33C1-E457-8A286C0EC7CB}"/>
          </ac:spMkLst>
        </pc:spChg>
        <pc:spChg chg="mod">
          <ac:chgData name="豊 小谷" userId="3605ec3106b20ed8" providerId="LiveId" clId="{05627680-9581-44A8-A355-DE20D011879F}" dt="2026-05-09T13:37:59.565" v="238" actId="20577"/>
          <ac:spMkLst>
            <pc:docMk/>
            <pc:sldMk cId="3636556012" sldId="272"/>
            <ac:spMk id="4" creationId="{BDB553F6-57AB-8AD1-A6A7-513588D611DD}"/>
          </ac:spMkLst>
        </pc:spChg>
        <pc:spChg chg="mod">
          <ac:chgData name="豊 小谷" userId="3605ec3106b20ed8" providerId="LiveId" clId="{05627680-9581-44A8-A355-DE20D011879F}" dt="2026-05-09T13:39:28.537" v="258" actId="6549"/>
          <ac:spMkLst>
            <pc:docMk/>
            <pc:sldMk cId="3636556012" sldId="272"/>
            <ac:spMk id="5" creationId="{1BCC78E3-3EE2-4EC4-DF56-B22066B422F7}"/>
          </ac:spMkLst>
        </pc:spChg>
        <pc:spChg chg="mod">
          <ac:chgData name="豊 小谷" userId="3605ec3106b20ed8" providerId="LiveId" clId="{05627680-9581-44A8-A355-DE20D011879F}" dt="2026-05-09T13:39:42.041" v="281" actId="20577"/>
          <ac:spMkLst>
            <pc:docMk/>
            <pc:sldMk cId="3636556012" sldId="272"/>
            <ac:spMk id="6" creationId="{08FAE60A-63F2-3F94-46A8-F4A0A6CFB392}"/>
          </ac:spMkLst>
        </pc:spChg>
        <pc:spChg chg="mod">
          <ac:chgData name="豊 小谷" userId="3605ec3106b20ed8" providerId="LiveId" clId="{05627680-9581-44A8-A355-DE20D011879F}" dt="2026-05-09T13:40:12.127" v="306" actId="108"/>
          <ac:spMkLst>
            <pc:docMk/>
            <pc:sldMk cId="3636556012" sldId="272"/>
            <ac:spMk id="9" creationId="{995CA84D-05A9-5371-2DAC-60411012539E}"/>
          </ac:spMkLst>
        </pc:spChg>
        <pc:spChg chg="mod">
          <ac:chgData name="豊 小谷" userId="3605ec3106b20ed8" providerId="LiveId" clId="{05627680-9581-44A8-A355-DE20D011879F}" dt="2026-05-09T13:41:13.146" v="332" actId="20577"/>
          <ac:spMkLst>
            <pc:docMk/>
            <pc:sldMk cId="3636556012" sldId="272"/>
            <ac:spMk id="10" creationId="{5AD8D492-7BF5-62FB-D4E6-72176D82E1E7}"/>
          </ac:spMkLst>
        </pc:spChg>
        <pc:spChg chg="mod">
          <ac:chgData name="豊 小谷" userId="3605ec3106b20ed8" providerId="LiveId" clId="{05627680-9581-44A8-A355-DE20D011879F}" dt="2026-05-09T13:39:47.783" v="292" actId="20577"/>
          <ac:spMkLst>
            <pc:docMk/>
            <pc:sldMk cId="3636556012" sldId="272"/>
            <ac:spMk id="11" creationId="{A2F2194C-D24F-A36C-98D1-6829B46E771E}"/>
          </ac:spMkLst>
        </pc:spChg>
        <pc:spChg chg="mod">
          <ac:chgData name="豊 小谷" userId="3605ec3106b20ed8" providerId="LiveId" clId="{05627680-9581-44A8-A355-DE20D011879F}" dt="2026-05-09T13:39:54.393" v="305" actId="20577"/>
          <ac:spMkLst>
            <pc:docMk/>
            <pc:sldMk cId="3636556012" sldId="272"/>
            <ac:spMk id="12" creationId="{3D8884EC-6048-A141-0808-9A62E444E86F}"/>
          </ac:spMkLst>
        </pc:spChg>
        <pc:spChg chg="mod">
          <ac:chgData name="豊 小谷" userId="3605ec3106b20ed8" providerId="LiveId" clId="{05627680-9581-44A8-A355-DE20D011879F}" dt="2026-05-09T13:39:38.275" v="278" actId="20577"/>
          <ac:spMkLst>
            <pc:docMk/>
            <pc:sldMk cId="3636556012" sldId="272"/>
            <ac:spMk id="13" creationId="{68A6B11E-C9D4-B425-F33E-0AA06A7C0173}"/>
          </ac:spMkLst>
        </pc:spChg>
        <pc:spChg chg="mod">
          <ac:chgData name="豊 小谷" userId="3605ec3106b20ed8" providerId="LiveId" clId="{05627680-9581-44A8-A355-DE20D011879F}" dt="2026-05-09T13:39:16.283" v="246" actId="20577"/>
          <ac:spMkLst>
            <pc:docMk/>
            <pc:sldMk cId="3636556012" sldId="272"/>
            <ac:spMk id="48" creationId="{3690B298-41B7-60D9-1FD8-C85EB45AE69B}"/>
          </ac:spMkLst>
        </pc:spChg>
        <pc:spChg chg="mod">
          <ac:chgData name="豊 小谷" userId="3605ec3106b20ed8" providerId="LiveId" clId="{05627680-9581-44A8-A355-DE20D011879F}" dt="2026-05-09T13:39:25.398" v="256" actId="20577"/>
          <ac:spMkLst>
            <pc:docMk/>
            <pc:sldMk cId="3636556012" sldId="272"/>
            <ac:spMk id="50" creationId="{8B0922BA-3FBA-B448-060A-5F74158E9A38}"/>
          </ac:spMkLst>
        </pc:spChg>
      </pc:sldChg>
      <pc:sldChg chg="addSp delSp modSp new del mod">
        <pc:chgData name="豊 小谷" userId="3605ec3106b20ed8" providerId="LiveId" clId="{05627680-9581-44A8-A355-DE20D011879F}" dt="2026-05-10T00:34:22.912" v="654" actId="47"/>
        <pc:sldMkLst>
          <pc:docMk/>
          <pc:sldMk cId="1403887647" sldId="273"/>
        </pc:sldMkLst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5" creationId="{724CA040-A07D-9B77-BFD5-A8BBE9548ACC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6" creationId="{F28ECF64-A42E-06F7-C0CB-78BB976D9205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7" creationId="{CA999A02-FB81-E494-A9F2-A41A6F2E1118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8" creationId="{A83034F7-C797-D7EE-37D0-9097F09CF80A}"/>
          </ac:spMkLst>
        </pc:spChg>
        <pc:spChg chg="add mod">
          <ac:chgData name="豊 小谷" userId="3605ec3106b20ed8" providerId="LiveId" clId="{05627680-9581-44A8-A355-DE20D011879F}" dt="2026-05-10T00:22:37.632" v="631" actId="164"/>
          <ac:spMkLst>
            <pc:docMk/>
            <pc:sldMk cId="1403887647" sldId="273"/>
            <ac:spMk id="9" creationId="{5E6A7265-99B5-4678-3FDB-A902C455682E}"/>
          </ac:spMkLst>
        </pc:spChg>
        <pc:grpChg chg="add mod">
          <ac:chgData name="豊 小谷" userId="3605ec3106b20ed8" providerId="LiveId" clId="{05627680-9581-44A8-A355-DE20D011879F}" dt="2026-05-10T00:22:37.632" v="631" actId="164"/>
          <ac:grpSpMkLst>
            <pc:docMk/>
            <pc:sldMk cId="1403887647" sldId="273"/>
            <ac:grpSpMk id="16" creationId="{D2509243-A3CC-CFDA-02DC-080824F652AA}"/>
          </ac:grpSpMkLst>
        </pc:grpChg>
        <pc:picChg chg="add mod">
          <ac:chgData name="豊 小谷" userId="3605ec3106b20ed8" providerId="LiveId" clId="{05627680-9581-44A8-A355-DE20D011879F}" dt="2026-05-10T00:20:57.806" v="607" actId="1076"/>
          <ac:picMkLst>
            <pc:docMk/>
            <pc:sldMk cId="1403887647" sldId="273"/>
            <ac:picMk id="4" creationId="{D780843B-DAFC-B836-850D-D06EDD617DCE}"/>
          </ac:picMkLst>
        </pc:picChg>
        <pc:cxnChg chg="add mod">
          <ac:chgData name="豊 小谷" userId="3605ec3106b20ed8" providerId="LiveId" clId="{05627680-9581-44A8-A355-DE20D011879F}" dt="2026-05-10T00:22:37.632" v="631" actId="164"/>
          <ac:cxnSpMkLst>
            <pc:docMk/>
            <pc:sldMk cId="1403887647" sldId="273"/>
            <ac:cxnSpMk id="11" creationId="{98339D3C-8FA7-024E-5273-9B3018C82EDA}"/>
          </ac:cxnSpMkLst>
        </pc:cxnChg>
        <pc:cxnChg chg="add mod">
          <ac:chgData name="豊 小谷" userId="3605ec3106b20ed8" providerId="LiveId" clId="{05627680-9581-44A8-A355-DE20D011879F}" dt="2026-05-10T00:22:37.632" v="631" actId="164"/>
          <ac:cxnSpMkLst>
            <pc:docMk/>
            <pc:sldMk cId="1403887647" sldId="273"/>
            <ac:cxnSpMk id="12" creationId="{913011C3-33F7-9575-FBD9-5980749A909C}"/>
          </ac:cxnSpMkLst>
        </pc:cxnChg>
        <pc:cxnChg chg="add del mod">
          <ac:chgData name="豊 小谷" userId="3605ec3106b20ed8" providerId="LiveId" clId="{05627680-9581-44A8-A355-DE20D011879F}" dt="2026-05-10T00:23:02.561" v="636" actId="478"/>
          <ac:cxnSpMkLst>
            <pc:docMk/>
            <pc:sldMk cId="1403887647" sldId="273"/>
            <ac:cxnSpMk id="18" creationId="{11710934-5181-4DCA-10CC-CF2F4252BF07}"/>
          </ac:cxnSpMkLst>
        </pc:cxnChg>
      </pc:sldChg>
      <pc:sldChg chg="addSp delSp modSp add mod">
        <pc:chgData name="豊 小谷" userId="3605ec3106b20ed8" providerId="LiveId" clId="{05627680-9581-44A8-A355-DE20D011879F}" dt="2026-05-10T02:57:39.098" v="2967" actId="20577"/>
        <pc:sldMkLst>
          <pc:docMk/>
          <pc:sldMk cId="1976520110" sldId="273"/>
        </pc:sldMkLst>
        <pc:spChg chg="mod">
          <ac:chgData name="豊 小谷" userId="3605ec3106b20ed8" providerId="LiveId" clId="{05627680-9581-44A8-A355-DE20D011879F}" dt="2026-05-10T02:57:39.098" v="2967" actId="20577"/>
          <ac:spMkLst>
            <pc:docMk/>
            <pc:sldMk cId="1976520110" sldId="273"/>
            <ac:spMk id="3" creationId="{270F0B80-2F68-04B7-BED2-1E3CB8B97606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5" creationId="{B9C9A329-1E0F-1809-099C-0ABF5EB7C300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6" creationId="{E4B2F23D-2729-0C3E-224A-48C57C7922BE}"/>
          </ac:spMkLst>
        </pc:spChg>
        <pc:spChg chg="mod topLvl">
          <ac:chgData name="豊 小谷" userId="3605ec3106b20ed8" providerId="LiveId" clId="{05627680-9581-44A8-A355-DE20D011879F}" dt="2026-05-10T01:52:45.872" v="1867" actId="164"/>
          <ac:spMkLst>
            <pc:docMk/>
            <pc:sldMk cId="1976520110" sldId="273"/>
            <ac:spMk id="7" creationId="{5C231CA1-68F8-1CC7-479C-9E3F46BF0222}"/>
          </ac:spMkLst>
        </pc:spChg>
        <pc:spChg chg="mod topLvl">
          <ac:chgData name="豊 小谷" userId="3605ec3106b20ed8" providerId="LiveId" clId="{05627680-9581-44A8-A355-DE20D011879F}" dt="2026-05-10T01:52:02.461" v="1838" actId="165"/>
          <ac:spMkLst>
            <pc:docMk/>
            <pc:sldMk cId="1976520110" sldId="273"/>
            <ac:spMk id="8" creationId="{F63D841C-B540-62DB-3FC8-DCA442A63658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9" creationId="{4036B152-A2C0-471C-03E4-670628769B80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0" creationId="{1B133EF2-5652-10C7-C8D9-F3C0A0DFDC92}"/>
          </ac:spMkLst>
        </pc:spChg>
        <pc:spChg chg="mod topLvl">
          <ac:chgData name="豊 小谷" userId="3605ec3106b20ed8" providerId="LiveId" clId="{05627680-9581-44A8-A355-DE20D011879F}" dt="2026-05-10T01:52:02.461" v="1838" actId="165"/>
          <ac:spMkLst>
            <pc:docMk/>
            <pc:sldMk cId="1976520110" sldId="273"/>
            <ac:spMk id="11" creationId="{240BA82F-C4E9-8362-79A3-D76081C69AFC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2" creationId="{1D5F9D42-7396-1EC9-5C4B-10555362418A}"/>
          </ac:spMkLst>
        </pc:spChg>
        <pc:spChg chg="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3" creationId="{976B84E9-6250-D8B6-BF75-C91300816F13}"/>
          </ac:spMkLst>
        </pc:spChg>
        <pc:spChg chg="add del">
          <ac:chgData name="豊 小谷" userId="3605ec3106b20ed8" providerId="LiveId" clId="{05627680-9581-44A8-A355-DE20D011879F}" dt="2026-05-10T00:54:40.298" v="872" actId="22"/>
          <ac:spMkLst>
            <pc:docMk/>
            <pc:sldMk cId="1976520110" sldId="273"/>
            <ac:spMk id="16" creationId="{16D56809-A61A-D314-2255-AB57AC1EA6BD}"/>
          </ac:spMkLst>
        </pc:spChg>
        <pc:spChg chg="add del">
          <ac:chgData name="豊 小谷" userId="3605ec3106b20ed8" providerId="LiveId" clId="{05627680-9581-44A8-A355-DE20D011879F}" dt="2026-05-10T00:54:41.895" v="874" actId="22"/>
          <ac:spMkLst>
            <pc:docMk/>
            <pc:sldMk cId="1976520110" sldId="273"/>
            <ac:spMk id="19" creationId="{D4A9CBC6-C6E3-2710-912B-7E22352BEB73}"/>
          </ac:spMkLst>
        </pc:spChg>
        <pc:spChg chg="mod">
          <ac:chgData name="豊 小谷" userId="3605ec3106b20ed8" providerId="LiveId" clId="{05627680-9581-44A8-A355-DE20D011879F}" dt="2026-05-10T01:54:52.504" v="1909" actId="164"/>
          <ac:spMkLst>
            <pc:docMk/>
            <pc:sldMk cId="1976520110" sldId="273"/>
            <ac:spMk id="48" creationId="{23D5B0C3-EA72-E575-7EC3-241D237E703E}"/>
          </ac:spMkLst>
        </pc:spChg>
        <pc:spChg chg="mod topLvl">
          <ac:chgData name="豊 小谷" userId="3605ec3106b20ed8" providerId="LiveId" clId="{05627680-9581-44A8-A355-DE20D011879F}" dt="2026-05-10T01:54:32.911" v="1905" actId="1076"/>
          <ac:spMkLst>
            <pc:docMk/>
            <pc:sldMk cId="1976520110" sldId="273"/>
            <ac:spMk id="50" creationId="{8662A64E-62BD-50A7-B4D7-5681D3B948E1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6" creationId="{77235730-C10D-5B4E-ED56-8ED62F05CDD4}"/>
          </ac:spMkLst>
        </pc:spChg>
        <pc:spChg chg="mod topLvl">
          <ac:chgData name="豊 小谷" userId="3605ec3106b20ed8" providerId="LiveId" clId="{05627680-9581-44A8-A355-DE20D011879F}" dt="2026-05-10T01:32:36.978" v="1633" actId="20577"/>
          <ac:spMkLst>
            <pc:docMk/>
            <pc:sldMk cId="1976520110" sldId="273"/>
            <ac:spMk id="67" creationId="{6999D317-0808-04EC-F0D0-A0009AC9AD4F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8" creationId="{85BEBE53-C7B4-373E-CDDD-5CFAC7ED2456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69" creationId="{9AFBD6A1-1DC1-0935-2FE0-4A40A1B53D52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0" creationId="{C599360C-4935-7570-6A2E-DA87AD9BAE0E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1" creationId="{631776F6-DC3A-5DA7-D6DF-868763DE8F3B}"/>
          </ac:spMkLst>
        </pc:spChg>
        <pc:spChg chg="mod topLvl">
          <ac:chgData name="豊 小谷" userId="3605ec3106b20ed8" providerId="LiveId" clId="{05627680-9581-44A8-A355-DE20D011879F}" dt="2026-05-10T01:29:46.572" v="1528" actId="571"/>
          <ac:spMkLst>
            <pc:docMk/>
            <pc:sldMk cId="1976520110" sldId="273"/>
            <ac:spMk id="73" creationId="{E627D2AC-CB09-E49D-0463-48DD9CB1A459}"/>
          </ac:spMkLst>
        </pc:spChg>
        <pc:spChg chg="del mod topLvl">
          <ac:chgData name="豊 小谷" userId="3605ec3106b20ed8" providerId="LiveId" clId="{05627680-9581-44A8-A355-DE20D011879F}" dt="2026-05-10T01:20:55.498" v="1442" actId="478"/>
          <ac:spMkLst>
            <pc:docMk/>
            <pc:sldMk cId="1976520110" sldId="273"/>
            <ac:spMk id="74" creationId="{AC89F1EC-A984-89D2-65AE-90D3679A29ED}"/>
          </ac:spMkLst>
        </pc:spChg>
        <pc:spChg chg="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8" creationId="{7F6259F8-E100-CBA1-1672-7D84D4951BC6}"/>
          </ac:spMkLst>
        </pc:spChg>
        <pc:spChg chg="add del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79" creationId="{774BBEB8-CE0A-DDBE-B671-372BF1E4672B}"/>
          </ac:spMkLst>
        </pc:spChg>
        <pc:spChg chg="add mod">
          <ac:chgData name="豊 小谷" userId="3605ec3106b20ed8" providerId="LiveId" clId="{05627680-9581-44A8-A355-DE20D011879F}" dt="2026-05-10T01:38:30.885" v="1682" actId="20577"/>
          <ac:spMkLst>
            <pc:docMk/>
            <pc:sldMk cId="1976520110" sldId="273"/>
            <ac:spMk id="85" creationId="{D28AC3AE-40B1-FD22-90FC-9D1B6A3DCB7E}"/>
          </ac:spMkLst>
        </pc:spChg>
        <pc:spChg chg="add mod">
          <ac:chgData name="豊 小谷" userId="3605ec3106b20ed8" providerId="LiveId" clId="{05627680-9581-44A8-A355-DE20D011879F}" dt="2026-05-10T01:32:26.472" v="1627" actId="20577"/>
          <ac:spMkLst>
            <pc:docMk/>
            <pc:sldMk cId="1976520110" sldId="273"/>
            <ac:spMk id="93" creationId="{A7005717-B78B-444E-CE52-06F97028211E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99" creationId="{A2520F0C-BAE6-7596-B23E-026E289D1BE2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126" creationId="{B1DCCA3E-734A-D8EB-4E67-52A180C3ABC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29" creationId="{C824FCE1-C8E9-C0E7-8D60-FD46C6038CC2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1" creationId="{57612BD8-C24C-57B1-7F79-E29524D4009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2" creationId="{ECAA2021-9A6C-1C58-5C72-55A1FC5475F0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4" creationId="{5604A7E4-970B-6131-AB2B-D4BA78B53B8C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5" creationId="{F0EBDCDB-A6DF-FDC4-4368-BB666B3B25E4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36" creationId="{3DF6D5FF-037F-0310-A5A1-74F6B3C393CE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3" creationId="{5F84C5E8-BCA0-338E-A6AF-95D876DD315D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5" creationId="{1C8371A0-0896-725E-74FB-7744026C583D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46" creationId="{2E33F436-491A-BF38-00F2-E7C20C5EE76B}"/>
          </ac:spMkLst>
        </pc:spChg>
        <pc:spChg chg="mod">
          <ac:chgData name="豊 小谷" userId="3605ec3106b20ed8" providerId="LiveId" clId="{05627680-9581-44A8-A355-DE20D011879F}" dt="2026-05-10T01:29:43.682" v="1527" actId="571"/>
          <ac:spMkLst>
            <pc:docMk/>
            <pc:sldMk cId="1976520110" sldId="273"/>
            <ac:spMk id="151" creationId="{C20C3BBD-421C-968E-B022-0D36BACFF6EA}"/>
          </ac:spMkLst>
        </pc:spChg>
        <pc:spChg chg="add mod topLvl">
          <ac:chgData name="豊 小谷" userId="3605ec3106b20ed8" providerId="LiveId" clId="{05627680-9581-44A8-A355-DE20D011879F}" dt="2026-05-10T01:55:46.465" v="1911" actId="164"/>
          <ac:spMkLst>
            <pc:docMk/>
            <pc:sldMk cId="1976520110" sldId="273"/>
            <ac:spMk id="155" creationId="{E86B9204-E0BF-D575-5636-BFB5C288B3A2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60" creationId="{49DDC134-FAD1-C737-BBEE-7793C26034BA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76" creationId="{6333F0E6-DB5E-4EBA-B471-C6AFAB898038}"/>
          </ac:spMkLst>
        </pc:spChg>
        <pc:spChg chg="add mod topLvl">
          <ac:chgData name="豊 小谷" userId="3605ec3106b20ed8" providerId="LiveId" clId="{05627680-9581-44A8-A355-DE20D011879F}" dt="2026-05-10T01:54:37.532" v="1906" actId="571"/>
          <ac:spMkLst>
            <pc:docMk/>
            <pc:sldMk cId="1976520110" sldId="273"/>
            <ac:spMk id="177" creationId="{2C2CB439-72C8-C613-168B-F2202D41AA5F}"/>
          </ac:spMkLst>
        </pc:spChg>
        <pc:spChg chg="add mod">
          <ac:chgData name="豊 小谷" userId="3605ec3106b20ed8" providerId="LiveId" clId="{05627680-9581-44A8-A355-DE20D011879F}" dt="2026-05-10T01:55:00.546" v="1910" actId="164"/>
          <ac:spMkLst>
            <pc:docMk/>
            <pc:sldMk cId="1976520110" sldId="273"/>
            <ac:spMk id="191" creationId="{27BC560B-2C8B-5D39-7EAB-DAB6D6589673}"/>
          </ac:spMkLst>
        </pc:spChg>
        <pc:spChg chg="add mod">
          <ac:chgData name="豊 小谷" userId="3605ec3106b20ed8" providerId="LiveId" clId="{05627680-9581-44A8-A355-DE20D011879F}" dt="2026-05-10T01:54:44.082" v="1908" actId="20577"/>
          <ac:spMkLst>
            <pc:docMk/>
            <pc:sldMk cId="1976520110" sldId="273"/>
            <ac:spMk id="194" creationId="{B186E26D-6E91-7DD9-4638-05C1A2014DD1}"/>
          </ac:spMkLst>
        </pc:spChg>
        <pc:grpChg chg="mod">
          <ac:chgData name="豊 小谷" userId="3605ec3106b20ed8" providerId="LiveId" clId="{05627680-9581-44A8-A355-DE20D011879F}" dt="2026-05-10T01:15:53.926" v="1362" actId="1076"/>
          <ac:grpSpMkLst>
            <pc:docMk/>
            <pc:sldMk cId="1976520110" sldId="273"/>
            <ac:grpSpMk id="51" creationId="{21A0FED9-2F88-9E95-C71A-4D47679D2198}"/>
          </ac:grpSpMkLst>
        </pc:grpChg>
        <pc:grpChg chg="mod">
          <ac:chgData name="豊 小谷" userId="3605ec3106b20ed8" providerId="LiveId" clId="{05627680-9581-44A8-A355-DE20D011879F}" dt="2026-05-10T01:19:17.245" v="1411" actId="1076"/>
          <ac:grpSpMkLst>
            <pc:docMk/>
            <pc:sldMk cId="1976520110" sldId="273"/>
            <ac:grpSpMk id="64" creationId="{08FCC91A-938F-80D7-3BF8-6A0248812A23}"/>
          </ac:grpSpMkLst>
        </pc:grpChg>
        <pc:grpChg chg="mod">
          <ac:chgData name="豊 小谷" userId="3605ec3106b20ed8" providerId="LiveId" clId="{05627680-9581-44A8-A355-DE20D011879F}" dt="2026-05-10T01:19:44.291" v="1413" actId="1076"/>
          <ac:grpSpMkLst>
            <pc:docMk/>
            <pc:sldMk cId="1976520110" sldId="273"/>
            <ac:grpSpMk id="65" creationId="{53E95F9B-31C9-2BA3-A8E5-EE836D9AE629}"/>
          </ac:grpSpMkLst>
        </pc:grpChg>
        <pc:grpChg chg="mod">
          <ac:chgData name="豊 小谷" userId="3605ec3106b20ed8" providerId="LiveId" clId="{05627680-9581-44A8-A355-DE20D011879F}" dt="2026-05-10T01:45:40.465" v="1741" actId="164"/>
          <ac:grpSpMkLst>
            <pc:docMk/>
            <pc:sldMk cId="1976520110" sldId="273"/>
            <ac:grpSpMk id="106" creationId="{EB1915D8-6E36-BDC7-69D1-B4D0C10500EE}"/>
          </ac:grpSpMkLst>
        </pc:grpChg>
        <pc:grpChg chg="mod">
          <ac:chgData name="豊 小谷" userId="3605ec3106b20ed8" providerId="LiveId" clId="{05627680-9581-44A8-A355-DE20D011879F}" dt="2026-05-10T01:27:05.145" v="1520" actId="1076"/>
          <ac:grpSpMkLst>
            <pc:docMk/>
            <pc:sldMk cId="1976520110" sldId="273"/>
            <ac:grpSpMk id="122" creationId="{35B5271A-8B8E-49FA-C2C0-6635D7198383}"/>
          </ac:grpSpMkLst>
        </pc:grpChg>
        <pc:grpChg chg="add mod">
          <ac:chgData name="豊 小谷" userId="3605ec3106b20ed8" providerId="LiveId" clId="{05627680-9581-44A8-A355-DE20D011879F}" dt="2026-05-10T01:45:40.465" v="1741" actId="164"/>
          <ac:grpSpMkLst>
            <pc:docMk/>
            <pc:sldMk cId="1976520110" sldId="273"/>
            <ac:grpSpMk id="188" creationId="{B8146647-DF66-5EBA-4C18-FA0C2E495ECC}"/>
          </ac:grpSpMkLst>
        </pc:grpChg>
        <pc:grpChg chg="mod">
          <ac:chgData name="豊 小谷" userId="3605ec3106b20ed8" providerId="LiveId" clId="{05627680-9581-44A8-A355-DE20D011879F}" dt="2026-05-10T01:55:00.546" v="1910" actId="164"/>
          <ac:grpSpMkLst>
            <pc:docMk/>
            <pc:sldMk cId="1976520110" sldId="273"/>
            <ac:grpSpMk id="189" creationId="{D3289EAD-7393-016A-BEEF-0BECD6429CC9}"/>
          </ac:grpSpMkLst>
        </pc:grpChg>
        <pc:grpChg chg="mod">
          <ac:chgData name="豊 小谷" userId="3605ec3106b20ed8" providerId="LiveId" clId="{05627680-9581-44A8-A355-DE20D011879F}" dt="2026-05-10T01:54:52.504" v="1909" actId="164"/>
          <ac:grpSpMkLst>
            <pc:docMk/>
            <pc:sldMk cId="1976520110" sldId="273"/>
            <ac:grpSpMk id="190" creationId="{9BC7EA2C-1341-5085-C7AC-2169C6FCB83E}"/>
          </ac:grpSpMkLst>
        </pc:grpChg>
        <pc:grpChg chg="add mod">
          <ac:chgData name="豊 小谷" userId="3605ec3106b20ed8" providerId="LiveId" clId="{05627680-9581-44A8-A355-DE20D011879F}" dt="2026-05-10T01:54:52.504" v="1909" actId="164"/>
          <ac:grpSpMkLst>
            <pc:docMk/>
            <pc:sldMk cId="1976520110" sldId="273"/>
            <ac:grpSpMk id="195" creationId="{DAD10B46-1394-3427-8021-AB60E3D3BCDE}"/>
          </ac:grpSpMkLst>
        </pc:grpChg>
        <pc:grpChg chg="add mod">
          <ac:chgData name="豊 小谷" userId="3605ec3106b20ed8" providerId="LiveId" clId="{05627680-9581-44A8-A355-DE20D011879F}" dt="2026-05-10T01:55:00.546" v="1910" actId="164"/>
          <ac:grpSpMkLst>
            <pc:docMk/>
            <pc:sldMk cId="1976520110" sldId="273"/>
            <ac:grpSpMk id="196" creationId="{C1C81244-4621-B1E2-651B-A7EDCF0CFFFD}"/>
          </ac:grpSpMkLst>
        </pc:grpChg>
        <pc:cxnChg chg="mod">
          <ac:chgData name="豊 小谷" userId="3605ec3106b20ed8" providerId="LiveId" clId="{05627680-9581-44A8-A355-DE20D011879F}" dt="2026-05-10T01:17:33.230" v="1380" actId="12788"/>
          <ac:cxnSpMkLst>
            <pc:docMk/>
            <pc:sldMk cId="1976520110" sldId="273"/>
            <ac:cxnSpMk id="15" creationId="{3D663EC1-D4A8-F8D4-CC6B-2B4F7E7E1665}"/>
          </ac:cxnSpMkLst>
        </pc:cxnChg>
        <pc:cxnChg chg="mod">
          <ac:chgData name="豊 小谷" userId="3605ec3106b20ed8" providerId="LiveId" clId="{05627680-9581-44A8-A355-DE20D011879F}" dt="2026-05-10T01:16:49.488" v="1368" actId="12788"/>
          <ac:cxnSpMkLst>
            <pc:docMk/>
            <pc:sldMk cId="1976520110" sldId="273"/>
            <ac:cxnSpMk id="17" creationId="{D1F407D7-2383-A11B-207F-24352F0E5C6A}"/>
          </ac:cxnSpMkLst>
        </pc:cxnChg>
        <pc:cxnChg chg="del mod">
          <ac:chgData name="豊 小谷" userId="3605ec3106b20ed8" providerId="LiveId" clId="{05627680-9581-44A8-A355-DE20D011879F}" dt="2026-05-10T01:17:47.034" v="1387" actId="478"/>
          <ac:cxnSpMkLst>
            <pc:docMk/>
            <pc:sldMk cId="1976520110" sldId="273"/>
            <ac:cxnSpMk id="21" creationId="{599227BA-C2DE-8F91-6A5E-3F1F95BCECE6}"/>
          </ac:cxnSpMkLst>
        </pc:cxnChg>
        <pc:cxnChg chg="mod">
          <ac:chgData name="豊 小谷" userId="3605ec3106b20ed8" providerId="LiveId" clId="{05627680-9581-44A8-A355-DE20D011879F}" dt="2026-05-10T01:44:45.327" v="1735" actId="14100"/>
          <ac:cxnSpMkLst>
            <pc:docMk/>
            <pc:sldMk cId="1976520110" sldId="273"/>
            <ac:cxnSpMk id="22" creationId="{81021C49-ECCF-BDB8-953A-82490EAF7702}"/>
          </ac:cxnSpMkLst>
        </pc:cxnChg>
        <pc:cxnChg chg="del mod">
          <ac:chgData name="豊 小谷" userId="3605ec3106b20ed8" providerId="LiveId" clId="{05627680-9581-44A8-A355-DE20D011879F}" dt="2026-05-10T01:17:38.003" v="1382" actId="478"/>
          <ac:cxnSpMkLst>
            <pc:docMk/>
            <pc:sldMk cId="1976520110" sldId="273"/>
            <ac:cxnSpMk id="25" creationId="{90140B35-2E8E-B0D4-1AF8-6FE9A57D7AEB}"/>
          </ac:cxnSpMkLst>
        </pc:cxnChg>
        <pc:cxnChg chg="del mod">
          <ac:chgData name="豊 小谷" userId="3605ec3106b20ed8" providerId="LiveId" clId="{05627680-9581-44A8-A355-DE20D011879F}" dt="2026-05-10T01:18:09.838" v="1393" actId="478"/>
          <ac:cxnSpMkLst>
            <pc:docMk/>
            <pc:sldMk cId="1976520110" sldId="273"/>
            <ac:cxnSpMk id="31" creationId="{EB8BDA0A-5D61-9387-CA41-2F5C36363C2D}"/>
          </ac:cxnSpMkLst>
        </pc:cxnChg>
        <pc:cxnChg chg="del mod">
          <ac:chgData name="豊 小谷" userId="3605ec3106b20ed8" providerId="LiveId" clId="{05627680-9581-44A8-A355-DE20D011879F}" dt="2026-05-10T01:18:17.460" v="1397" actId="478"/>
          <ac:cxnSpMkLst>
            <pc:docMk/>
            <pc:sldMk cId="1976520110" sldId="273"/>
            <ac:cxnSpMk id="42" creationId="{E4CC7713-925B-E48D-B371-F1858DA6B517}"/>
          </ac:cxnSpMkLst>
        </pc:cxnChg>
        <pc:cxnChg chg="add mod">
          <ac:chgData name="豊 小谷" userId="3605ec3106b20ed8" providerId="LiveId" clId="{05627680-9581-44A8-A355-DE20D011879F}" dt="2026-05-10T01:44:49.408" v="1736" actId="14100"/>
          <ac:cxnSpMkLst>
            <pc:docMk/>
            <pc:sldMk cId="1976520110" sldId="273"/>
            <ac:cxnSpMk id="43" creationId="{39AE72BE-8B47-FAD4-AA22-D1CD74AD5904}"/>
          </ac:cxnSpMkLst>
        </pc:cxnChg>
        <pc:cxnChg chg="add mod">
          <ac:chgData name="豊 小谷" userId="3605ec3106b20ed8" providerId="LiveId" clId="{05627680-9581-44A8-A355-DE20D011879F}" dt="2026-05-10T01:36:07.347" v="1667" actId="1076"/>
          <ac:cxnSpMkLst>
            <pc:docMk/>
            <pc:sldMk cId="1976520110" sldId="273"/>
            <ac:cxnSpMk id="47" creationId="{72F09EF5-302C-8EA9-A285-E01A648B8921}"/>
          </ac:cxnSpMkLst>
        </pc:cxnChg>
        <pc:cxnChg chg="add mod">
          <ac:chgData name="豊 小谷" userId="3605ec3106b20ed8" providerId="LiveId" clId="{05627680-9581-44A8-A355-DE20D011879F}" dt="2026-05-10T01:18:39.241" v="1403" actId="1076"/>
          <ac:cxnSpMkLst>
            <pc:docMk/>
            <pc:sldMk cId="1976520110" sldId="273"/>
            <ac:cxnSpMk id="55" creationId="{C0725C30-592D-7548-C5A0-7A4A4EC430D4}"/>
          </ac:cxnSpMkLst>
        </pc:cxnChg>
        <pc:cxnChg chg="add del mod">
          <ac:chgData name="豊 小谷" userId="3605ec3106b20ed8" providerId="LiveId" clId="{05627680-9581-44A8-A355-DE20D011879F}" dt="2026-05-10T01:35:15.906" v="1659" actId="478"/>
          <ac:cxnSpMkLst>
            <pc:docMk/>
            <pc:sldMk cId="1976520110" sldId="273"/>
            <ac:cxnSpMk id="58" creationId="{7E846828-DFC8-4114-764E-38E2243B96BE}"/>
          </ac:cxnSpMkLst>
        </pc:cxnChg>
        <pc:cxnChg chg="del mod">
          <ac:chgData name="豊 小谷" userId="3605ec3106b20ed8" providerId="LiveId" clId="{05627680-9581-44A8-A355-DE20D011879F}" dt="2026-05-10T01:21:25.974" v="1445" actId="478"/>
          <ac:cxnSpMkLst>
            <pc:docMk/>
            <pc:sldMk cId="1976520110" sldId="273"/>
            <ac:cxnSpMk id="77" creationId="{6EBC4BF0-5FF8-C8FB-25C7-225B1A712970}"/>
          </ac:cxnSpMkLst>
        </pc:cxnChg>
        <pc:cxnChg chg="del mod">
          <ac:chgData name="豊 小谷" userId="3605ec3106b20ed8" providerId="LiveId" clId="{05627680-9581-44A8-A355-DE20D011879F}" dt="2026-05-10T01:21:42.174" v="1448" actId="478"/>
          <ac:cxnSpMkLst>
            <pc:docMk/>
            <pc:sldMk cId="1976520110" sldId="273"/>
            <ac:cxnSpMk id="80" creationId="{7F06017F-FF5C-A144-FDC2-29E5F1B83E61}"/>
          </ac:cxnSpMkLst>
        </pc:cxnChg>
        <pc:cxnChg chg="del mod">
          <ac:chgData name="豊 小谷" userId="3605ec3106b20ed8" providerId="LiveId" clId="{05627680-9581-44A8-A355-DE20D011879F}" dt="2026-05-10T01:22:37.964" v="1462" actId="478"/>
          <ac:cxnSpMkLst>
            <pc:docMk/>
            <pc:sldMk cId="1976520110" sldId="273"/>
            <ac:cxnSpMk id="81" creationId="{DC574BFE-2A60-2B44-D3B6-E7E0A1283996}"/>
          </ac:cxnSpMkLst>
        </pc:cxnChg>
        <pc:cxnChg chg="mod">
          <ac:chgData name="豊 小谷" userId="3605ec3106b20ed8" providerId="LiveId" clId="{05627680-9581-44A8-A355-DE20D011879F}" dt="2026-05-10T01:41:16.743" v="1711" actId="14100"/>
          <ac:cxnSpMkLst>
            <pc:docMk/>
            <pc:sldMk cId="1976520110" sldId="273"/>
            <ac:cxnSpMk id="82" creationId="{781BB6DB-CBB4-9AD1-0272-655FF719A1F7}"/>
          </ac:cxnSpMkLst>
        </pc:cxnChg>
        <pc:cxnChg chg="mod">
          <ac:chgData name="豊 小谷" userId="3605ec3106b20ed8" providerId="LiveId" clId="{05627680-9581-44A8-A355-DE20D011879F}" dt="2026-05-10T01:26:28.766" v="1506" actId="14100"/>
          <ac:cxnSpMkLst>
            <pc:docMk/>
            <pc:sldMk cId="1976520110" sldId="273"/>
            <ac:cxnSpMk id="83" creationId="{44E7FC6E-723B-9E51-6FDC-E179CD05FD4B}"/>
          </ac:cxnSpMkLst>
        </pc:cxnChg>
        <pc:cxnChg chg="add mod">
          <ac:chgData name="豊 小谷" userId="3605ec3106b20ed8" providerId="LiveId" clId="{05627680-9581-44A8-A355-DE20D011879F}" dt="2026-05-10T01:29:21.813" v="1524" actId="14100"/>
          <ac:cxnSpMkLst>
            <pc:docMk/>
            <pc:sldMk cId="1976520110" sldId="273"/>
            <ac:cxnSpMk id="87" creationId="{4B55828E-7814-5910-A78A-7A16989A7EAA}"/>
          </ac:cxnSpMkLst>
        </pc:cxnChg>
        <pc:cxnChg chg="add del mod">
          <ac:chgData name="豊 小谷" userId="3605ec3106b20ed8" providerId="LiveId" clId="{05627680-9581-44A8-A355-DE20D011879F}" dt="2026-05-10T01:24:42.144" v="1487" actId="478"/>
          <ac:cxnSpMkLst>
            <pc:docMk/>
            <pc:sldMk cId="1976520110" sldId="273"/>
            <ac:cxnSpMk id="88" creationId="{53B0731E-046C-1073-590B-D66E0DD076D3}"/>
          </ac:cxnSpMkLst>
        </pc:cxnChg>
        <pc:cxnChg chg="mod">
          <ac:chgData name="豊 小谷" userId="3605ec3106b20ed8" providerId="LiveId" clId="{05627680-9581-44A8-A355-DE20D011879F}" dt="2026-05-10T01:23:28.358" v="1478" actId="14100"/>
          <ac:cxnSpMkLst>
            <pc:docMk/>
            <pc:sldMk cId="1976520110" sldId="273"/>
            <ac:cxnSpMk id="100" creationId="{5068E267-9B81-308E-8185-0A80F6744BF0}"/>
          </ac:cxnSpMkLst>
        </pc:cxnChg>
        <pc:cxnChg chg="add mod">
          <ac:chgData name="豊 小谷" userId="3605ec3106b20ed8" providerId="LiveId" clId="{05627680-9581-44A8-A355-DE20D011879F}" dt="2026-05-10T01:23:41.362" v="1482" actId="14100"/>
          <ac:cxnSpMkLst>
            <pc:docMk/>
            <pc:sldMk cId="1976520110" sldId="273"/>
            <ac:cxnSpMk id="103" creationId="{C6571360-9E86-FE20-CD4C-FE3C48E34D0E}"/>
          </ac:cxnSpMkLst>
        </pc:cxnChg>
        <pc:cxnChg chg="add mod">
          <ac:chgData name="豊 小谷" userId="3605ec3106b20ed8" providerId="LiveId" clId="{05627680-9581-44A8-A355-DE20D011879F}" dt="2026-05-10T01:24:48.160" v="1490" actId="14100"/>
          <ac:cxnSpMkLst>
            <pc:docMk/>
            <pc:sldMk cId="1976520110" sldId="273"/>
            <ac:cxnSpMk id="111" creationId="{0983F902-47F0-DE79-199F-2E2D63ECEA25}"/>
          </ac:cxnSpMkLst>
        </pc:cxnChg>
        <pc:cxnChg chg="add mod">
          <ac:chgData name="豊 小谷" userId="3605ec3106b20ed8" providerId="LiveId" clId="{05627680-9581-44A8-A355-DE20D011879F}" dt="2026-05-10T01:25:07.243" v="1493" actId="14100"/>
          <ac:cxnSpMkLst>
            <pc:docMk/>
            <pc:sldMk cId="1976520110" sldId="273"/>
            <ac:cxnSpMk id="114" creationId="{AA191022-523F-6609-26EA-687D5D64F92E}"/>
          </ac:cxnSpMkLst>
        </pc:cxnChg>
        <pc:cxnChg chg="add mod">
          <ac:chgData name="豊 小谷" userId="3605ec3106b20ed8" providerId="LiveId" clId="{05627680-9581-44A8-A355-DE20D011879F}" dt="2026-05-10T01:26:53.362" v="1518" actId="14100"/>
          <ac:cxnSpMkLst>
            <pc:docMk/>
            <pc:sldMk cId="1976520110" sldId="273"/>
            <ac:cxnSpMk id="119" creationId="{907CA86C-BCAF-CCDA-FB52-42E40DF655B3}"/>
          </ac:cxnSpMkLst>
        </pc:cxnChg>
        <pc:cxnChg chg="mod">
          <ac:chgData name="豊 小谷" userId="3605ec3106b20ed8" providerId="LiveId" clId="{05627680-9581-44A8-A355-DE20D011879F}" dt="2026-05-10T01:29:52.301" v="1530" actId="14100"/>
          <ac:cxnSpMkLst>
            <pc:docMk/>
            <pc:sldMk cId="1976520110" sldId="273"/>
            <ac:cxnSpMk id="152" creationId="{D26082CF-6240-65A8-5CAC-5CC1ADF3784A}"/>
          </ac:cxnSpMkLst>
        </pc:cxnChg>
        <pc:cxnChg chg="mod">
          <ac:chgData name="豊 小谷" userId="3605ec3106b20ed8" providerId="LiveId" clId="{05627680-9581-44A8-A355-DE20D011879F}" dt="2026-05-10T01:36:11.601" v="1669" actId="14100"/>
          <ac:cxnSpMkLst>
            <pc:docMk/>
            <pc:sldMk cId="1976520110" sldId="273"/>
            <ac:cxnSpMk id="162" creationId="{8D0DBBE5-5F12-0A08-BD51-9ED4A724DAA0}"/>
          </ac:cxnSpMkLst>
        </pc:cxnChg>
        <pc:cxnChg chg="add mod">
          <ac:chgData name="豊 小谷" userId="3605ec3106b20ed8" providerId="LiveId" clId="{05627680-9581-44A8-A355-DE20D011879F}" dt="2026-05-10T01:45:40.465" v="1741" actId="164"/>
          <ac:cxnSpMkLst>
            <pc:docMk/>
            <pc:sldMk cId="1976520110" sldId="273"/>
            <ac:cxnSpMk id="169" creationId="{D594D7D7-7BBB-0CFE-6B96-2D187F73D862}"/>
          </ac:cxnSpMkLst>
        </pc:cxnChg>
        <pc:cxnChg chg="add mod">
          <ac:chgData name="豊 小谷" userId="3605ec3106b20ed8" providerId="LiveId" clId="{05627680-9581-44A8-A355-DE20D011879F}" dt="2026-05-10T01:45:40.465" v="1741" actId="164"/>
          <ac:cxnSpMkLst>
            <pc:docMk/>
            <pc:sldMk cId="1976520110" sldId="273"/>
            <ac:cxnSpMk id="178" creationId="{D8D9BCA0-0BCC-4457-F224-12160AF21215}"/>
          </ac:cxnSpMkLst>
        </pc:cxnChg>
        <pc:cxnChg chg="add mod">
          <ac:chgData name="豊 小谷" userId="3605ec3106b20ed8" providerId="LiveId" clId="{05627680-9581-44A8-A355-DE20D011879F}" dt="2026-05-10T01:53:47.682" v="1895" actId="208"/>
          <ac:cxnSpMkLst>
            <pc:docMk/>
            <pc:sldMk cId="1976520110" sldId="273"/>
            <ac:cxnSpMk id="193" creationId="{DD158E4E-BDD1-A7A1-2D11-35D605C31893}"/>
          </ac:cxnSpMkLst>
        </pc:cxnChg>
      </pc:sldChg>
      <pc:sldChg chg="modSp new del mod">
        <pc:chgData name="豊 小谷" userId="3605ec3106b20ed8" providerId="LiveId" clId="{05627680-9581-44A8-A355-DE20D011879F}" dt="2026-05-10T00:55:50.437" v="878" actId="47"/>
        <pc:sldMkLst>
          <pc:docMk/>
          <pc:sldMk cId="3168444917" sldId="274"/>
        </pc:sldMkLst>
        <pc:spChg chg="mod">
          <ac:chgData name="豊 小谷" userId="3605ec3106b20ed8" providerId="LiveId" clId="{05627680-9581-44A8-A355-DE20D011879F}" dt="2026-05-10T00:53:51.538" v="870" actId="20577"/>
          <ac:spMkLst>
            <pc:docMk/>
            <pc:sldMk cId="3168444917" sldId="274"/>
            <ac:spMk id="2" creationId="{F853A7D0-0618-BA5F-86CA-74A9405C1D95}"/>
          </ac:spMkLst>
        </pc:spChg>
      </pc:sldChg>
      <pc:sldChg chg="addSp delSp modSp add mod">
        <pc:chgData name="豊 小谷" userId="3605ec3106b20ed8" providerId="LiveId" clId="{05627680-9581-44A8-A355-DE20D011879F}" dt="2026-05-10T05:20:08.192" v="3268" actId="1076"/>
        <pc:sldMkLst>
          <pc:docMk/>
          <pc:sldMk cId="0" sldId="275"/>
        </pc:sldMkLst>
        <pc:spChg chg="add del">
          <ac:chgData name="豊 小谷" userId="3605ec3106b20ed8" providerId="LiveId" clId="{05627680-9581-44A8-A355-DE20D011879F}" dt="2026-05-10T03:02:18.438" v="2970" actId="22"/>
          <ac:spMkLst>
            <pc:docMk/>
            <pc:sldMk cId="0" sldId="275"/>
            <ac:spMk id="3" creationId="{BD076467-7098-9511-A838-B3E910050F2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4" creationId="{8E17A2C9-8285-541D-A4E7-A6308A77F277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5" creationId="{8A19E09C-0CA2-0DF3-C7C7-71571CAA3691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6" creationId="{CAA16CE6-B060-D4A6-8FA5-E675EAF851DE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7" creationId="{C1D72A0E-E3C0-EDFC-9266-40313D46C589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8" creationId="{E2D8B1D2-AE55-C3F9-D9FA-066B54DF4D3B}"/>
          </ac:spMkLst>
        </pc:spChg>
        <pc:spChg chg="mod">
          <ac:chgData name="豊 小谷" userId="3605ec3106b20ed8" providerId="LiveId" clId="{05627680-9581-44A8-A355-DE20D011879F}" dt="2026-05-10T05:19:10.410" v="3259" actId="207"/>
          <ac:spMkLst>
            <pc:docMk/>
            <pc:sldMk cId="0" sldId="275"/>
            <ac:spMk id="9" creationId="{7B8826BA-54FD-E5B5-0104-99B978E012EF}"/>
          </ac:spMkLst>
        </pc:spChg>
        <pc:spChg chg="add mod">
          <ac:chgData name="豊 小谷" userId="3605ec3106b20ed8" providerId="LiveId" clId="{05627680-9581-44A8-A355-DE20D011879F}" dt="2026-05-10T03:05:11.796" v="3019" actId="571"/>
          <ac:spMkLst>
            <pc:docMk/>
            <pc:sldMk cId="0" sldId="275"/>
            <ac:spMk id="11" creationId="{737F32E9-3466-B65B-8CAA-CC85DEB77659}"/>
          </ac:spMkLst>
        </pc:spChg>
        <pc:spChg chg="add 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12" creationId="{5F824482-D486-EF3D-15E4-D9086CC0F781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5" creationId="{08F84CFF-0C17-275B-81BB-6B7722197AFA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16" creationId="{57180DA4-76E2-5B60-8FF2-9735DB668E3A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7" creationId="{2AB5895E-675A-9E25-2458-73DF255539AA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8" creationId="{AB9E3616-7E0B-2C37-DB9F-1DEF18D0039F}"/>
          </ac:spMkLst>
        </pc:spChg>
        <pc:spChg chg="mod">
          <ac:chgData name="豊 小谷" userId="3605ec3106b20ed8" providerId="LiveId" clId="{05627680-9581-44A8-A355-DE20D011879F}" dt="2026-05-10T03:06:18.590" v="3031" actId="1076"/>
          <ac:spMkLst>
            <pc:docMk/>
            <pc:sldMk cId="0" sldId="275"/>
            <ac:spMk id="19" creationId="{8E32BB5F-7694-7011-E1D4-BDC3DBA74CE6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" creationId="{820823EE-D360-9B5D-F193-F1A52207EAFE}"/>
          </ac:spMkLst>
        </pc:spChg>
        <pc:spChg chg="add del mod">
          <ac:chgData name="豊 小谷" userId="3605ec3106b20ed8" providerId="LiveId" clId="{05627680-9581-44A8-A355-DE20D011879F}" dt="2026-05-10T03:05:56.840" v="3027" actId="478"/>
          <ac:spMkLst>
            <pc:docMk/>
            <pc:sldMk cId="0" sldId="275"/>
            <ac:spMk id="23" creationId="{F23FECB5-9B70-C718-B056-D12CED3D04F7}"/>
          </ac:spMkLst>
        </pc:spChg>
        <pc:spChg chg="add del mod">
          <ac:chgData name="豊 小谷" userId="3605ec3106b20ed8" providerId="LiveId" clId="{05627680-9581-44A8-A355-DE20D011879F}" dt="2026-05-10T03:05:56.840" v="3027" actId="478"/>
          <ac:spMkLst>
            <pc:docMk/>
            <pc:sldMk cId="0" sldId="275"/>
            <ac:spMk id="24" creationId="{A2D1F5C8-71EA-322F-7439-54F196712FC9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7" creationId="{97AC6FBE-19CB-8A7F-485C-8B22C35DC616}"/>
          </ac:spMkLst>
        </pc:spChg>
        <pc:spChg chg="mod">
          <ac:chgData name="豊 小谷" userId="3605ec3106b20ed8" providerId="LiveId" clId="{05627680-9581-44A8-A355-DE20D011879F}" dt="2026-05-10T05:20:08.192" v="3268" actId="1076"/>
          <ac:spMkLst>
            <pc:docMk/>
            <pc:sldMk cId="0" sldId="275"/>
            <ac:spMk id="33" creationId="{92D6ACD3-3E2A-7F51-EF2A-C3EDF595F5D5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35" creationId="{E2A3A6DC-6B87-32A3-5189-5095CBCFB7B8}"/>
          </ac:spMkLst>
        </pc:spChg>
        <pc:spChg chg="add mod">
          <ac:chgData name="豊 小谷" userId="3605ec3106b20ed8" providerId="LiveId" clId="{05627680-9581-44A8-A355-DE20D011879F}" dt="2026-05-10T03:10:51.870" v="3095" actId="1076"/>
          <ac:spMkLst>
            <pc:docMk/>
            <pc:sldMk cId="0" sldId="275"/>
            <ac:spMk id="42" creationId="{2C2E46B2-CA27-EDCD-87A4-257B7CC08B5C}"/>
          </ac:spMkLst>
        </pc:spChg>
        <pc:spChg chg="add mod">
          <ac:chgData name="豊 小谷" userId="3605ec3106b20ed8" providerId="LiveId" clId="{05627680-9581-44A8-A355-DE20D011879F}" dt="2026-05-10T03:11:09.750" v="3099" actId="1076"/>
          <ac:spMkLst>
            <pc:docMk/>
            <pc:sldMk cId="0" sldId="275"/>
            <ac:spMk id="43" creationId="{16152BB4-77AE-C69D-0237-92C57EC9A8A5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48" creationId="{AFAA21A1-C870-C7A7-0E56-6F0B0D3BDBBD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56" creationId="{449C37DB-D00F-54C5-0174-11487EF0D24D}"/>
          </ac:spMkLst>
        </pc:spChg>
        <pc:spChg chg="add 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57" creationId="{9618E49F-DFBA-7A01-0BFC-3704F3884387}"/>
          </ac:spMkLst>
        </pc:spChg>
        <pc:spChg chg="mod">
          <ac:chgData name="豊 小谷" userId="3605ec3106b20ed8" providerId="LiveId" clId="{05627680-9581-44A8-A355-DE20D011879F}" dt="2026-05-10T03:04:33.110" v="3016" actId="165"/>
          <ac:spMkLst>
            <pc:docMk/>
            <pc:sldMk cId="0" sldId="275"/>
            <ac:spMk id="71" creationId="{AB24A54C-B7D1-F82C-E57A-37A6C5F2C3FC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77" creationId="{8596F0C2-7D4E-6B58-1A2B-C1B2771A8F82}"/>
          </ac:spMkLst>
        </pc:spChg>
        <pc:spChg chg="mod">
          <ac:chgData name="豊 小谷" userId="3605ec3106b20ed8" providerId="LiveId" clId="{05627680-9581-44A8-A355-DE20D011879F}" dt="2026-05-10T03:12:29.905" v="3105" actId="1076"/>
          <ac:spMkLst>
            <pc:docMk/>
            <pc:sldMk cId="0" sldId="275"/>
            <ac:spMk id="2050" creationId="{FA44D5BC-A23A-00B0-769D-4F747F86BB05}"/>
          </ac:spMkLst>
        </pc:spChg>
        <pc:spChg chg="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52" creationId="{75B00967-D72D-67E9-36CC-6F8CB1A7F1C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053" creationId="{F68AD9E1-B739-6CD5-CC71-DE9ED93C2A7F}"/>
          </ac:spMkLst>
        </pc:spChg>
        <pc:spChg chg="mod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62" creationId="{5076CE53-5F56-6B10-70C3-14E3A10324C6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074" creationId="{2BC8B516-12BD-7B7F-1DF4-35156AF6B268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2095" creationId="{1373646D-F928-41D8-4C17-3352898B91E0}"/>
          </ac:spMkLst>
        </pc:spChg>
        <pc:spChg chg="mod">
          <ac:chgData name="豊 小谷" userId="3605ec3106b20ed8" providerId="LiveId" clId="{05627680-9581-44A8-A355-DE20D011879F}" dt="2026-05-10T03:04:44.952" v="3017" actId="1076"/>
          <ac:spMkLst>
            <pc:docMk/>
            <pc:sldMk cId="0" sldId="275"/>
            <ac:spMk id="2097" creationId="{4A47AA80-D5DA-A595-10FF-10508DB80522}"/>
          </ac:spMkLst>
        </pc:spChg>
        <pc:spChg chg="mod topLvl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02" creationId="{D65DA188-D4F3-004B-81AC-450D87F50E87}"/>
          </ac:spMkLst>
        </pc:spChg>
        <pc:spChg chg="mod topLvl">
          <ac:chgData name="豊 小谷" userId="3605ec3106b20ed8" providerId="LiveId" clId="{05627680-9581-44A8-A355-DE20D011879F}" dt="2026-05-10T03:12:39.117" v="3106" actId="164"/>
          <ac:spMkLst>
            <pc:docMk/>
            <pc:sldMk cId="0" sldId="275"/>
            <ac:spMk id="2104" creationId="{1D596FD9-BAE3-1926-629F-110F6ED83E12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08" creationId="{E423D27E-1D45-5BC3-904F-F8D22915256D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09" creationId="{9FC5059F-67A5-32FE-8C4F-7C015D0E933B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10" creationId="{4D731D38-743D-58DE-3A38-6727EF22E6AD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1" creationId="{B48E7FD4-A4FF-36BA-F904-24C588D353D6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2" creationId="{0C4346CB-AFFE-A19E-FBCB-85266EC3836C}"/>
          </ac:spMkLst>
        </pc:spChg>
        <pc:spChg chg="mod">
          <ac:chgData name="豊 小谷" userId="3605ec3106b20ed8" providerId="LiveId" clId="{05627680-9581-44A8-A355-DE20D011879F}" dt="2026-05-10T03:05:21.440" v="3021" actId="571"/>
          <ac:spMkLst>
            <pc:docMk/>
            <pc:sldMk cId="0" sldId="275"/>
            <ac:spMk id="2113" creationId="{3B52BEE9-C212-35A0-4A78-BCCA5B2B59CA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19" creationId="{A2FF0125-7B08-69F3-8244-2BD030A00878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29" creationId="{63EB9510-DBD9-D012-3884-B11410C3D85B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2130" creationId="{E8509CD4-CD13-78BF-C074-254B85461009}"/>
          </ac:spMkLst>
        </pc:spChg>
        <pc:spChg chg="mod">
          <ac:chgData name="豊 小谷" userId="3605ec3106b20ed8" providerId="LiveId" clId="{05627680-9581-44A8-A355-DE20D011879F}" dt="2026-05-10T03:06:53.243" v="3045" actId="1035"/>
          <ac:spMkLst>
            <pc:docMk/>
            <pc:sldMk cId="0" sldId="275"/>
            <ac:spMk id="2131" creationId="{76262B81-9408-6DAF-65DE-6F2F43FC0E6C}"/>
          </ac:spMkLst>
        </pc:spChg>
        <pc:spChg chg="mod">
          <ac:chgData name="豊 小谷" userId="3605ec3106b20ed8" providerId="LiveId" clId="{05627680-9581-44A8-A355-DE20D011879F}" dt="2026-05-10T05:20:03.730" v="3267" actId="14100"/>
          <ac:spMkLst>
            <pc:docMk/>
            <pc:sldMk cId="0" sldId="275"/>
            <ac:spMk id="2141" creationId="{7840A8EC-08AE-B446-64E8-D86429E776AA}"/>
          </ac:spMkLst>
        </pc:spChg>
        <pc:grpChg chg="add mod">
          <ac:chgData name="豊 小谷" userId="3605ec3106b20ed8" providerId="LiveId" clId="{05627680-9581-44A8-A355-DE20D011879F}" dt="2026-05-10T03:06:18.590" v="3031" actId="1076"/>
          <ac:grpSpMkLst>
            <pc:docMk/>
            <pc:sldMk cId="0" sldId="275"/>
            <ac:grpSpMk id="13" creationId="{6C100654-9E8A-F35B-451F-4BD6D89B3B13}"/>
          </ac:grpSpMkLst>
        </pc:grpChg>
        <pc:grpChg chg="mod">
          <ac:chgData name="豊 小谷" userId="3605ec3106b20ed8" providerId="LiveId" clId="{05627680-9581-44A8-A355-DE20D011879F}" dt="2026-05-10T03:06:18.590" v="3031" actId="1076"/>
          <ac:grpSpMkLst>
            <pc:docMk/>
            <pc:sldMk cId="0" sldId="275"/>
            <ac:grpSpMk id="14" creationId="{7B3F075F-0EDE-E39E-AF87-54D706145704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072" creationId="{311B4E66-73D2-3815-9EF9-23784637CE6B}"/>
          </ac:grpSpMkLst>
        </pc:grpChg>
        <pc:grpChg chg="mod">
          <ac:chgData name="豊 小谷" userId="3605ec3106b20ed8" providerId="LiveId" clId="{05627680-9581-44A8-A355-DE20D011879F}" dt="2026-05-10T03:05:21.440" v="3021" actId="571"/>
          <ac:grpSpMkLst>
            <pc:docMk/>
            <pc:sldMk cId="0" sldId="275"/>
            <ac:grpSpMk id="2090" creationId="{73098BB0-8345-D347-7707-0A19CDA8CB50}"/>
          </ac:grpSpMkLst>
        </pc:grpChg>
        <pc:grpChg chg="mod">
          <ac:chgData name="豊 小谷" userId="3605ec3106b20ed8" providerId="LiveId" clId="{05627680-9581-44A8-A355-DE20D011879F}" dt="2026-05-10T03:05:21.440" v="3021" actId="571"/>
          <ac:grpSpMkLst>
            <pc:docMk/>
            <pc:sldMk cId="0" sldId="275"/>
            <ac:grpSpMk id="2107" creationId="{FDFBC058-7D32-5602-E12E-81926A681EB4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126" creationId="{D2D7ADBE-7F64-11D3-0E1B-1869A7F67C21}"/>
          </ac:grpSpMkLst>
        </pc:grpChg>
        <pc:grpChg chg="mod">
          <ac:chgData name="豊 小谷" userId="3605ec3106b20ed8" providerId="LiveId" clId="{05627680-9581-44A8-A355-DE20D011879F}" dt="2026-05-10T03:06:53.243" v="3045" actId="1035"/>
          <ac:grpSpMkLst>
            <pc:docMk/>
            <pc:sldMk cId="0" sldId="275"/>
            <ac:grpSpMk id="2128" creationId="{B9E8D57B-4212-7B1E-63F5-3A21092D18C2}"/>
          </ac:grpSpMkLst>
        </pc:grpChg>
        <pc:cxnChg chg="add mod">
          <ac:chgData name="豊 小谷" userId="3605ec3106b20ed8" providerId="LiveId" clId="{05627680-9581-44A8-A355-DE20D011879F}" dt="2026-05-10T03:06:59.863" v="3046" actId="14100"/>
          <ac:cxnSpMkLst>
            <pc:docMk/>
            <pc:sldMk cId="0" sldId="275"/>
            <ac:cxnSpMk id="28" creationId="{ABEB6015-87BD-95E2-F423-0FF286CA9609}"/>
          </ac:cxnSpMkLst>
        </pc:cxnChg>
        <pc:cxnChg chg="add mod">
          <ac:chgData name="豊 小谷" userId="3605ec3106b20ed8" providerId="LiveId" clId="{05627680-9581-44A8-A355-DE20D011879F}" dt="2026-05-10T03:10:46.234" v="3094" actId="14100"/>
          <ac:cxnSpMkLst>
            <pc:docMk/>
            <pc:sldMk cId="0" sldId="275"/>
            <ac:cxnSpMk id="44" creationId="{AC8BB5DE-C13C-CAC1-E720-96082730F9DE}"/>
          </ac:cxnSpMkLst>
        </pc:cxnChg>
        <pc:cxnChg chg="mod">
          <ac:chgData name="豊 小谷" userId="3605ec3106b20ed8" providerId="LiveId" clId="{05627680-9581-44A8-A355-DE20D011879F}" dt="2026-05-10T03:06:53.243" v="3045" actId="1035"/>
          <ac:cxnSpMkLst>
            <pc:docMk/>
            <pc:sldMk cId="0" sldId="275"/>
            <ac:cxnSpMk id="2096" creationId="{F4CCBFF4-63CC-22CB-5E28-E62187102546}"/>
          </ac:cxnSpMkLst>
        </pc:cxnChg>
      </pc:sldChg>
      <pc:sldChg chg="addSp delSp modSp new del mod">
        <pc:chgData name="豊 小谷" userId="3605ec3106b20ed8" providerId="LiveId" clId="{05627680-9581-44A8-A355-DE20D011879F}" dt="2026-05-10T02:40:24.947" v="2651" actId="47"/>
        <pc:sldMkLst>
          <pc:docMk/>
          <pc:sldMk cId="279379307" sldId="276"/>
        </pc:sldMkLst>
        <pc:spChg chg="add del">
          <ac:chgData name="豊 小谷" userId="3605ec3106b20ed8" providerId="LiveId" clId="{05627680-9581-44A8-A355-DE20D011879F}" dt="2026-05-10T00:56:50.255" v="883" actId="3680"/>
          <ac:spMkLst>
            <pc:docMk/>
            <pc:sldMk cId="279379307" sldId="276"/>
            <ac:spMk id="2" creationId="{1F0C5278-D1AB-F7D7-D7DE-754361D0D561}"/>
          </ac:spMkLst>
        </pc:spChg>
        <pc:spChg chg="mod">
          <ac:chgData name="豊 小谷" userId="3605ec3106b20ed8" providerId="LiveId" clId="{05627680-9581-44A8-A355-DE20D011879F}" dt="2026-05-10T01:49:43.465" v="1836" actId="20577"/>
          <ac:spMkLst>
            <pc:docMk/>
            <pc:sldMk cId="279379307" sldId="276"/>
            <ac:spMk id="3" creationId="{9BA4F6E8-6EBF-8530-4B0D-74FA9E2ECDCF}"/>
          </ac:spMkLst>
        </pc:spChg>
        <pc:spChg chg="mod">
          <ac:chgData name="豊 小谷" userId="3605ec3106b20ed8" providerId="LiveId" clId="{05627680-9581-44A8-A355-DE20D011879F}" dt="2026-05-10T01:09:24.280" v="1277" actId="20577"/>
          <ac:spMkLst>
            <pc:docMk/>
            <pc:sldMk cId="279379307" sldId="276"/>
            <ac:spMk id="4" creationId="{8D3CF691-75A8-8786-C652-2F4765ED666D}"/>
          </ac:spMkLst>
        </pc:spChg>
        <pc:graphicFrameChg chg="add del mod ord modGraphic">
          <ac:chgData name="豊 小谷" userId="3605ec3106b20ed8" providerId="LiveId" clId="{05627680-9581-44A8-A355-DE20D011879F}" dt="2026-05-10T00:56:40.358" v="882" actId="3680"/>
          <ac:graphicFrameMkLst>
            <pc:docMk/>
            <pc:sldMk cId="279379307" sldId="276"/>
            <ac:graphicFrameMk id="6" creationId="{321DF684-CAE0-5DB3-F974-9069F388CD4C}"/>
          </ac:graphicFrameMkLst>
        </pc:graphicFrameChg>
        <pc:graphicFrameChg chg="add mod ord modGraphic">
          <ac:chgData name="豊 小谷" userId="3605ec3106b20ed8" providerId="LiveId" clId="{05627680-9581-44A8-A355-DE20D011879F}" dt="2026-05-10T02:05:39.298" v="1981" actId="14734"/>
          <ac:graphicFrameMkLst>
            <pc:docMk/>
            <pc:sldMk cId="279379307" sldId="276"/>
            <ac:graphicFrameMk id="7" creationId="{4E8BC50B-6D50-53EC-2D93-3588241AC6D7}"/>
          </ac:graphicFrameMkLst>
        </pc:graphicFrameChg>
      </pc:sldChg>
      <pc:sldChg chg="addSp delSp modSp new mod">
        <pc:chgData name="豊 小谷" userId="3605ec3106b20ed8" providerId="LiveId" clId="{05627680-9581-44A8-A355-DE20D011879F}" dt="2026-05-10T02:48:27.516" v="2702" actId="20577"/>
        <pc:sldMkLst>
          <pc:docMk/>
          <pc:sldMk cId="1430575014" sldId="277"/>
        </pc:sldMkLst>
        <pc:spChg chg="del">
          <ac:chgData name="豊 小谷" userId="3605ec3106b20ed8" providerId="LiveId" clId="{05627680-9581-44A8-A355-DE20D011879F}" dt="2026-05-10T02:06:36.146" v="1983" actId="3680"/>
          <ac:spMkLst>
            <pc:docMk/>
            <pc:sldMk cId="1430575014" sldId="277"/>
            <ac:spMk id="2" creationId="{89FD3AC5-C2EE-6294-642D-7973E7FA6773}"/>
          </ac:spMkLst>
        </pc:spChg>
        <pc:spChg chg="del mod">
          <ac:chgData name="豊 小谷" userId="3605ec3106b20ed8" providerId="LiveId" clId="{05627680-9581-44A8-A355-DE20D011879F}" dt="2026-05-10T02:09:07.577" v="2078"/>
          <ac:spMkLst>
            <pc:docMk/>
            <pc:sldMk cId="1430575014" sldId="277"/>
            <ac:spMk id="3" creationId="{EDA68802-C893-4D51-A5A4-7E8F153D8379}"/>
          </ac:spMkLst>
        </pc:spChg>
        <pc:spChg chg="mod">
          <ac:chgData name="豊 小谷" userId="3605ec3106b20ed8" providerId="LiveId" clId="{05627680-9581-44A8-A355-DE20D011879F}" dt="2026-05-10T02:48:27.516" v="2702" actId="20577"/>
          <ac:spMkLst>
            <pc:docMk/>
            <pc:sldMk cId="1430575014" sldId="277"/>
            <ac:spMk id="4" creationId="{B50BB0EF-A062-6862-8714-56BFB7E476DB}"/>
          </ac:spMkLst>
        </pc:spChg>
        <pc:graphicFrameChg chg="add mod or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6" creationId="{AD2C197D-A5BD-B53D-33E3-D1C79C1E83AB}"/>
          </ac:graphicFrameMkLst>
        </pc:graphicFrameChg>
        <pc:graphicFrameChg chg="add mod modGraphic">
          <ac:chgData name="豊 小谷" userId="3605ec3106b20ed8" providerId="LiveId" clId="{05627680-9581-44A8-A355-DE20D011879F}" dt="2026-05-10T02:42:57.003" v="2666" actId="1076"/>
          <ac:graphicFrameMkLst>
            <pc:docMk/>
            <pc:sldMk cId="1430575014" sldId="277"/>
            <ac:graphicFrameMk id="7" creationId="{B3133462-E6C4-3C2B-A539-9291370A5AA2}"/>
          </ac:graphicFrameMkLst>
        </pc:graphicFrameChg>
        <pc:graphicFrameChg chg="add mo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8" creationId="{A4344AB0-7713-B48D-D723-479B42D0857A}"/>
          </ac:graphicFrameMkLst>
        </pc:graphicFrameChg>
        <pc:graphicFrameChg chg="add mod modGraphic">
          <ac:chgData name="豊 小谷" userId="3605ec3106b20ed8" providerId="LiveId" clId="{05627680-9581-44A8-A355-DE20D011879F}" dt="2026-05-10T02:42:42.475" v="2664" actId="1076"/>
          <ac:graphicFrameMkLst>
            <pc:docMk/>
            <pc:sldMk cId="1430575014" sldId="277"/>
            <ac:graphicFrameMk id="9" creationId="{85130EE0-E336-1F8A-A18F-D11B87AA20D7}"/>
          </ac:graphicFrameMkLst>
        </pc:graphicFrameChg>
      </pc:sldChg>
      <pc:sldChg chg="new del">
        <pc:chgData name="豊 小谷" userId="3605ec3106b20ed8" providerId="LiveId" clId="{05627680-9581-44A8-A355-DE20D011879F}" dt="2026-05-10T01:58:07.213" v="1921" actId="47"/>
        <pc:sldMkLst>
          <pc:docMk/>
          <pc:sldMk cId="2367089184" sldId="277"/>
        </pc:sldMkLst>
      </pc:sldChg>
      <pc:sldChg chg="addSp delSp modSp new mod">
        <pc:chgData name="豊 小谷" userId="3605ec3106b20ed8" providerId="LiveId" clId="{05627680-9581-44A8-A355-DE20D011879F}" dt="2026-05-10T02:47:58.750" v="2696" actId="6549"/>
        <pc:sldMkLst>
          <pc:docMk/>
          <pc:sldMk cId="2387204326" sldId="278"/>
        </pc:sldMkLst>
        <pc:spChg chg="del">
          <ac:chgData name="豊 小谷" userId="3605ec3106b20ed8" providerId="LiveId" clId="{05627680-9581-44A8-A355-DE20D011879F}" dt="2026-05-10T02:45:38.346" v="2679"/>
          <ac:spMkLst>
            <pc:docMk/>
            <pc:sldMk cId="2387204326" sldId="278"/>
            <ac:spMk id="2" creationId="{9389E33C-0ACA-CB4B-C110-5E504351F69D}"/>
          </ac:spMkLst>
        </pc:spChg>
        <pc:spChg chg="mod">
          <ac:chgData name="豊 小谷" userId="3605ec3106b20ed8" providerId="LiveId" clId="{05627680-9581-44A8-A355-DE20D011879F}" dt="2026-05-10T02:47:58.750" v="2696" actId="6549"/>
          <ac:spMkLst>
            <pc:docMk/>
            <pc:sldMk cId="2387204326" sldId="278"/>
            <ac:spMk id="3" creationId="{0F22BFC1-AE56-F2AA-743A-9C4FA79CE800}"/>
          </ac:spMkLst>
        </pc:spChg>
        <pc:picChg chg="add mod ord modCrop">
          <ac:chgData name="豊 小谷" userId="3605ec3106b20ed8" providerId="LiveId" clId="{05627680-9581-44A8-A355-DE20D011879F}" dt="2026-05-10T02:47:42.309" v="2692" actId="1076"/>
          <ac:picMkLst>
            <pc:docMk/>
            <pc:sldMk cId="2387204326" sldId="278"/>
            <ac:picMk id="6" creationId="{3B1F0520-4772-1CCE-0FC9-F1F92F600EF5}"/>
          </ac:picMkLst>
        </pc:picChg>
      </pc:sldChg>
      <pc:sldChg chg="modSp new del mod">
        <pc:chgData name="豊 小谷" userId="3605ec3106b20ed8" providerId="LiveId" clId="{05627680-9581-44A8-A355-DE20D011879F}" dt="2026-05-10T02:53:20.489" v="2806" actId="47"/>
        <pc:sldMkLst>
          <pc:docMk/>
          <pc:sldMk cId="3785472514" sldId="279"/>
        </pc:sldMkLst>
        <pc:spChg chg="mod">
          <ac:chgData name="豊 小谷" userId="3605ec3106b20ed8" providerId="LiveId" clId="{05627680-9581-44A8-A355-DE20D011879F}" dt="2026-05-10T02:51:38.314" v="2714" actId="20577"/>
          <ac:spMkLst>
            <pc:docMk/>
            <pc:sldMk cId="3785472514" sldId="279"/>
            <ac:spMk id="2" creationId="{A7BD3720-DCC7-A086-8025-38EC764F9B73}"/>
          </ac:spMkLst>
        </pc:spChg>
        <pc:spChg chg="mod">
          <ac:chgData name="豊 小谷" userId="3605ec3106b20ed8" providerId="LiveId" clId="{05627680-9581-44A8-A355-DE20D011879F}" dt="2026-05-10T02:50:43.717" v="2704"/>
          <ac:spMkLst>
            <pc:docMk/>
            <pc:sldMk cId="3785472514" sldId="279"/>
            <ac:spMk id="3" creationId="{B02A23F6-A7C3-72B9-F088-2B343F065B06}"/>
          </ac:spMkLst>
        </pc:spChg>
      </pc:sldChg>
      <pc:sldChg chg="modSp new mod">
        <pc:chgData name="豊 小谷" userId="3605ec3106b20ed8" providerId="LiveId" clId="{05627680-9581-44A8-A355-DE20D011879F}" dt="2026-05-10T02:53:51.066" v="2819" actId="20577"/>
        <pc:sldMkLst>
          <pc:docMk/>
          <pc:sldMk cId="1547726125" sldId="280"/>
        </pc:sldMkLst>
        <pc:spChg chg="mod">
          <ac:chgData name="豊 小谷" userId="3605ec3106b20ed8" providerId="LiveId" clId="{05627680-9581-44A8-A355-DE20D011879F}" dt="2026-05-10T02:53:51.066" v="2819" actId="20577"/>
          <ac:spMkLst>
            <pc:docMk/>
            <pc:sldMk cId="1547726125" sldId="280"/>
            <ac:spMk id="3" creationId="{2414803D-E310-A41A-C609-5A30833CCE92}"/>
          </ac:spMkLst>
        </pc:spChg>
      </pc:sldChg>
      <pc:sldChg chg="modSp new mod">
        <pc:chgData name="豊 小谷" userId="3605ec3106b20ed8" providerId="LiveId" clId="{05627680-9581-44A8-A355-DE20D011879F}" dt="2026-05-10T02:54:03.591" v="2821"/>
        <pc:sldMkLst>
          <pc:docMk/>
          <pc:sldMk cId="2962498466" sldId="281"/>
        </pc:sldMkLst>
        <pc:spChg chg="mod">
          <ac:chgData name="豊 小谷" userId="3605ec3106b20ed8" providerId="LiveId" clId="{05627680-9581-44A8-A355-DE20D011879F}" dt="2026-05-10T02:54:03.591" v="2821"/>
          <ac:spMkLst>
            <pc:docMk/>
            <pc:sldMk cId="2962498466" sldId="281"/>
            <ac:spMk id="3" creationId="{1E052469-AE57-8547-D621-EDA39478E597}"/>
          </ac:spMkLst>
        </pc:spChg>
      </pc:sldChg>
      <pc:sldChg chg="modSp new mod">
        <pc:chgData name="豊 小谷" userId="3605ec3106b20ed8" providerId="LiveId" clId="{05627680-9581-44A8-A355-DE20D011879F}" dt="2026-05-10T02:53:46.299" v="2818" actId="20577"/>
        <pc:sldMkLst>
          <pc:docMk/>
          <pc:sldMk cId="519559728" sldId="282"/>
        </pc:sldMkLst>
        <pc:spChg chg="mod">
          <ac:chgData name="豊 小谷" userId="3605ec3106b20ed8" providerId="LiveId" clId="{05627680-9581-44A8-A355-DE20D011879F}" dt="2026-05-10T02:52:16.636" v="2757" actId="20577"/>
          <ac:spMkLst>
            <pc:docMk/>
            <pc:sldMk cId="519559728" sldId="282"/>
            <ac:spMk id="2" creationId="{8E821E95-ADA8-046E-B08F-1B5A0774B94D}"/>
          </ac:spMkLst>
        </pc:spChg>
        <pc:spChg chg="mod">
          <ac:chgData name="豊 小谷" userId="3605ec3106b20ed8" providerId="LiveId" clId="{05627680-9581-44A8-A355-DE20D011879F}" dt="2026-05-10T02:52:26.620" v="2779" actId="20577"/>
          <ac:spMkLst>
            <pc:docMk/>
            <pc:sldMk cId="519559728" sldId="282"/>
            <ac:spMk id="3" creationId="{50097931-AB23-7D29-D4E6-D31B4564B00B}"/>
          </ac:spMkLst>
        </pc:spChg>
        <pc:spChg chg="mod">
          <ac:chgData name="豊 小谷" userId="3605ec3106b20ed8" providerId="LiveId" clId="{05627680-9581-44A8-A355-DE20D011879F}" dt="2026-05-10T02:53:46.299" v="2818" actId="20577"/>
          <ac:spMkLst>
            <pc:docMk/>
            <pc:sldMk cId="519559728" sldId="282"/>
            <ac:spMk id="4" creationId="{CC843D2A-552D-462C-8120-7EA63ECC3949}"/>
          </ac:spMkLst>
        </pc:spChg>
      </pc:sldChg>
      <pc:sldChg chg="modSp new mod">
        <pc:chgData name="豊 小谷" userId="3605ec3106b20ed8" providerId="LiveId" clId="{05627680-9581-44A8-A355-DE20D011879F}" dt="2026-05-10T02:53:08.921" v="2805" actId="20577"/>
        <pc:sldMkLst>
          <pc:docMk/>
          <pc:sldMk cId="1330235904" sldId="283"/>
        </pc:sldMkLst>
        <pc:spChg chg="mod">
          <ac:chgData name="豊 小谷" userId="3605ec3106b20ed8" providerId="LiveId" clId="{05627680-9581-44A8-A355-DE20D011879F}" dt="2026-05-10T02:53:08.921" v="2805" actId="20577"/>
          <ac:spMkLst>
            <pc:docMk/>
            <pc:sldMk cId="1330235904" sldId="283"/>
            <ac:spMk id="3" creationId="{0ACB53DB-E021-6375-C179-8A41BBF34C69}"/>
          </ac:spMkLst>
        </pc:spChg>
      </pc:sldChg>
      <pc:sldChg chg="addSp delSp modSp new mod">
        <pc:chgData name="豊 小谷" userId="3605ec3106b20ed8" providerId="LiveId" clId="{05627680-9581-44A8-A355-DE20D011879F}" dt="2026-05-10T07:10:27.330" v="3354"/>
        <pc:sldMkLst>
          <pc:docMk/>
          <pc:sldMk cId="2661281098" sldId="284"/>
        </pc:sldMkLst>
        <pc:spChg chg="del">
          <ac:chgData name="豊 小谷" userId="3605ec3106b20ed8" providerId="LiveId" clId="{05627680-9581-44A8-A355-DE20D011879F}" dt="2026-05-10T06:57:52.878" v="3269" actId="3680"/>
          <ac:spMkLst>
            <pc:docMk/>
            <pc:sldMk cId="2661281098" sldId="284"/>
            <ac:spMk id="2" creationId="{EDA538C8-851C-8A75-3ED2-D792949DD8CC}"/>
          </ac:spMkLst>
        </pc:spChg>
        <pc:spChg chg="mod">
          <ac:chgData name="豊 小谷" userId="3605ec3106b20ed8" providerId="LiveId" clId="{05627680-9581-44A8-A355-DE20D011879F}" dt="2026-05-10T02:54:21.068" v="2824" actId="20577"/>
          <ac:spMkLst>
            <pc:docMk/>
            <pc:sldMk cId="2661281098" sldId="284"/>
            <ac:spMk id="3" creationId="{520C28A6-7F70-A87A-A4B0-8781D2B3D2BA}"/>
          </ac:spMkLst>
        </pc:spChg>
        <pc:graphicFrameChg chg="add mod ord modGraphic">
          <ac:chgData name="豊 小谷" userId="3605ec3106b20ed8" providerId="LiveId" clId="{05627680-9581-44A8-A355-DE20D011879F}" dt="2026-05-10T07:10:27.330" v="3354"/>
          <ac:graphicFrameMkLst>
            <pc:docMk/>
            <pc:sldMk cId="2661281098" sldId="284"/>
            <ac:graphicFrameMk id="5" creationId="{02579838-756A-2434-9886-069A9309A92B}"/>
          </ac:graphicFrameMkLst>
        </pc:graphicFrameChg>
      </pc:sldChg>
      <pc:sldChg chg="modSp add del mod">
        <pc:chgData name="豊 小谷" userId="3605ec3106b20ed8" providerId="LiveId" clId="{05627680-9581-44A8-A355-DE20D011879F}" dt="2026-05-10T03:12:57.225" v="3109" actId="47"/>
        <pc:sldMkLst>
          <pc:docMk/>
          <pc:sldMk cId="4166267821" sldId="285"/>
        </pc:sldMkLst>
        <pc:spChg chg="mod">
          <ac:chgData name="豊 小谷" userId="3605ec3106b20ed8" providerId="LiveId" clId="{05627680-9581-44A8-A355-DE20D011879F}" dt="2026-05-10T03:03:54.381" v="3015" actId="20577"/>
          <ac:spMkLst>
            <pc:docMk/>
            <pc:sldMk cId="4166267821" sldId="285"/>
            <ac:spMk id="26" creationId="{5A883772-CA26-4113-A00D-243D4D5E7E3C}"/>
          </ac:spMkLst>
        </pc:spChg>
        <pc:spChg chg="mod">
          <ac:chgData name="豊 小谷" userId="3605ec3106b20ed8" providerId="LiveId" clId="{05627680-9581-44A8-A355-DE20D011879F}" dt="2026-05-10T03:03:46.389" v="3014" actId="20577"/>
          <ac:spMkLst>
            <pc:docMk/>
            <pc:sldMk cId="4166267821" sldId="285"/>
            <ac:spMk id="35" creationId="{905FF5EE-4E65-5B0C-A6F2-6C901D805678}"/>
          </ac:spMkLst>
        </pc:spChg>
        <pc:spChg chg="mod">
          <ac:chgData name="豊 小谷" userId="3605ec3106b20ed8" providerId="LiveId" clId="{05627680-9581-44A8-A355-DE20D011879F}" dt="2026-05-10T03:03:37.061" v="3008" actId="20577"/>
          <ac:spMkLst>
            <pc:docMk/>
            <pc:sldMk cId="4166267821" sldId="285"/>
            <ac:spMk id="2050" creationId="{FE7E33EB-632C-84EF-63F3-1060359D9937}"/>
          </ac:spMkLst>
        </pc:spChg>
      </pc:sldChg>
      <pc:sldChg chg="addSp delSp modSp add mod">
        <pc:chgData name="豊 小谷" userId="3605ec3106b20ed8" providerId="LiveId" clId="{05627680-9581-44A8-A355-DE20D011879F}" dt="2026-05-10T05:19:24.753" v="3260" actId="207"/>
        <pc:sldMkLst>
          <pc:docMk/>
          <pc:sldMk cId="2282260800" sldId="286"/>
        </pc:sldMkLst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4" creationId="{73139EE2-FB8E-2061-31B9-702785B875EC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5" creationId="{7E83A225-B786-3BC6-F9AB-D192E3D38348}"/>
          </ac:spMkLst>
        </pc:spChg>
        <pc:spChg chg="mod topLvl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7" creationId="{8864445E-EE23-E02A-376C-5F4702BF4920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8" creationId="{B7F10A05-AD89-3CCE-725E-1088DD867DCC}"/>
          </ac:spMkLst>
        </pc:spChg>
        <pc:spChg chg="mod">
          <ac:chgData name="豊 小谷" userId="3605ec3106b20ed8" providerId="LiveId" clId="{05627680-9581-44A8-A355-DE20D011879F}" dt="2026-05-10T05:19:24.753" v="3260" actId="207"/>
          <ac:spMkLst>
            <pc:docMk/>
            <pc:sldMk cId="2282260800" sldId="286"/>
            <ac:spMk id="9" creationId="{5F51F8C7-C85B-4FC5-33A2-E673A44A7E8A}"/>
          </ac:spMkLst>
        </pc:spChg>
        <pc:spChg chg="add mod">
          <ac:chgData name="豊 小谷" userId="3605ec3106b20ed8" providerId="LiveId" clId="{05627680-9581-44A8-A355-DE20D011879F}" dt="2026-05-10T03:16:10.691" v="3165" actId="113"/>
          <ac:spMkLst>
            <pc:docMk/>
            <pc:sldMk cId="2282260800" sldId="286"/>
            <ac:spMk id="10" creationId="{78E8ADF9-7892-87F1-0DA5-7CA15E4C7DFE}"/>
          </ac:spMkLst>
        </pc:spChg>
        <pc:spChg chg="add mod">
          <ac:chgData name="豊 小谷" userId="3605ec3106b20ed8" providerId="LiveId" clId="{05627680-9581-44A8-A355-DE20D011879F}" dt="2026-05-10T05:12:43.595" v="3168" actId="571"/>
          <ac:spMkLst>
            <pc:docMk/>
            <pc:sldMk cId="2282260800" sldId="286"/>
            <ac:spMk id="11" creationId="{CCCD94D9-2071-6E4C-079F-FCA4707466CA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15" creationId="{CBEF92FD-B958-2DFF-2B95-3D2DE2AFA370}"/>
          </ac:spMkLst>
        </pc:spChg>
        <pc:spChg chg="mod">
          <ac:chgData name="豊 小谷" userId="3605ec3106b20ed8" providerId="LiveId" clId="{05627680-9581-44A8-A355-DE20D011879F}" dt="2026-05-10T05:17:25.300" v="3253" actId="6549"/>
          <ac:spMkLst>
            <pc:docMk/>
            <pc:sldMk cId="2282260800" sldId="286"/>
            <ac:spMk id="21" creationId="{3648CDBE-712B-E750-D2EC-8361C98CC40B}"/>
          </ac:spMkLst>
        </pc:spChg>
        <pc:spChg chg="del">
          <ac:chgData name="豊 小谷" userId="3605ec3106b20ed8" providerId="LiveId" clId="{05627680-9581-44A8-A355-DE20D011879F}" dt="2026-05-10T03:14:33.112" v="3142" actId="478"/>
          <ac:spMkLst>
            <pc:docMk/>
            <pc:sldMk cId="2282260800" sldId="286"/>
            <ac:spMk id="25" creationId="{5EE4AFCA-BF48-D764-0C6A-2477B6033C78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6" creationId="{122E5B42-E231-9A82-190E-486DB4E7FE4F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7" creationId="{2A5718A8-7994-8629-6BDC-40B0CB5E9A68}"/>
          </ac:spMkLst>
        </pc:spChg>
        <pc:spChg chg="mod">
          <ac:chgData name="豊 小谷" userId="3605ec3106b20ed8" providerId="LiveId" clId="{05627680-9581-44A8-A355-DE20D011879F}" dt="2026-05-10T03:13:36.064" v="3138" actId="20577"/>
          <ac:spMkLst>
            <pc:docMk/>
            <pc:sldMk cId="2282260800" sldId="286"/>
            <ac:spMk id="31" creationId="{D6ABCD8F-6849-939E-0243-762A96137478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32" creationId="{6C76EDAF-15EB-582F-C7B5-82B09626E865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33" creationId="{3FAE491C-BB49-6749-4F47-01AA7D90FEEA}"/>
          </ac:spMkLst>
        </pc:spChg>
        <pc:spChg chg="mod">
          <ac:chgData name="豊 小谷" userId="3605ec3106b20ed8" providerId="LiveId" clId="{05627680-9581-44A8-A355-DE20D011879F}" dt="2026-05-10T05:13:30.481" v="3190" actId="20577"/>
          <ac:spMkLst>
            <pc:docMk/>
            <pc:sldMk cId="2282260800" sldId="286"/>
            <ac:spMk id="35" creationId="{43497EFC-7CE3-77D1-7283-349CE70ED0E9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43" creationId="{A5B693A3-4F17-BE76-5A4C-FC9EF369EBE7}"/>
          </ac:spMkLst>
        </pc:spChg>
        <pc:spChg chg="mod topLvl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48" creationId="{0F7F9646-F21A-053B-0F80-1E015BBDBDD2}"/>
          </ac:spMkLst>
        </pc:spChg>
        <pc:spChg chg="mod topLvl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50" creationId="{F3D74971-2403-63A8-D85C-26A8004BB4B4}"/>
          </ac:spMkLst>
        </pc:spChg>
        <pc:spChg chg="del">
          <ac:chgData name="豊 小谷" userId="3605ec3106b20ed8" providerId="LiveId" clId="{05627680-9581-44A8-A355-DE20D011879F}" dt="2026-05-10T03:14:45.554" v="3145" actId="478"/>
          <ac:spMkLst>
            <pc:docMk/>
            <pc:sldMk cId="2282260800" sldId="286"/>
            <ac:spMk id="55" creationId="{2B7ADD2F-17FA-07E8-B852-FB3B08D5CA84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56" creationId="{9B2F7523-C0D1-540E-B8D1-A25E6A3E7F92}"/>
          </ac:spMkLst>
        </pc:spChg>
        <pc:spChg chg="mod">
          <ac:chgData name="豊 小谷" userId="3605ec3106b20ed8" providerId="LiveId" clId="{05627680-9581-44A8-A355-DE20D011879F}" dt="2026-05-10T03:13:06.509" v="3125" actId="20577"/>
          <ac:spMkLst>
            <pc:docMk/>
            <pc:sldMk cId="2282260800" sldId="286"/>
            <ac:spMk id="2050" creationId="{B236FEE0-2C33-8D93-FF98-46FE1F78A2FA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62" creationId="{80EA1560-3DA4-C0CD-63BA-56E9CC33621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65" creationId="{7109F9E1-5A8D-A3D0-9A82-5ED98D00E699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67" creationId="{B096143D-ED2E-8C19-5566-974F27F36605}"/>
          </ac:spMkLst>
        </pc:spChg>
        <pc:spChg chg="del">
          <ac:chgData name="豊 小谷" userId="3605ec3106b20ed8" providerId="LiveId" clId="{05627680-9581-44A8-A355-DE20D011879F}" dt="2026-05-10T03:14:36.866" v="3143" actId="478"/>
          <ac:spMkLst>
            <pc:docMk/>
            <pc:sldMk cId="2282260800" sldId="286"/>
            <ac:spMk id="2073" creationId="{0471BF30-53B5-A6D1-18E1-C70AF1502C0C}"/>
          </ac:spMkLst>
        </pc:spChg>
        <pc:spChg chg="del">
          <ac:chgData name="豊 小谷" userId="3605ec3106b20ed8" providerId="LiveId" clId="{05627680-9581-44A8-A355-DE20D011879F}" dt="2026-05-10T03:14:42.556" v="3144" actId="478"/>
          <ac:spMkLst>
            <pc:docMk/>
            <pc:sldMk cId="2282260800" sldId="286"/>
            <ac:spMk id="2078" creationId="{61F388DE-E742-84D5-5545-4EB7CD385992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93" creationId="{D991664A-4D58-8B88-F19B-CD988926C087}"/>
          </ac:spMkLst>
        </pc:spChg>
        <pc:spChg chg="mod">
          <ac:chgData name="豊 小谷" userId="3605ec3106b20ed8" providerId="LiveId" clId="{05627680-9581-44A8-A355-DE20D011879F}" dt="2026-05-10T05:14:28.839" v="3219" actId="164"/>
          <ac:spMkLst>
            <pc:docMk/>
            <pc:sldMk cId="2282260800" sldId="286"/>
            <ac:spMk id="2095" creationId="{45FE7289-5AD9-8469-DABE-7C75B075FF7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097" creationId="{E82EF4DF-2E36-3D62-4731-340679DF3601}"/>
          </ac:spMkLst>
        </pc:spChg>
        <pc:spChg chg="del mod topLvl">
          <ac:chgData name="豊 小谷" userId="3605ec3106b20ed8" providerId="LiveId" clId="{05627680-9581-44A8-A355-DE20D011879F}" dt="2026-05-10T03:15:12.304" v="3147" actId="478"/>
          <ac:spMkLst>
            <pc:docMk/>
            <pc:sldMk cId="2282260800" sldId="286"/>
            <ac:spMk id="2102" creationId="{5E381BFF-6269-1703-B358-539ED0F06E1E}"/>
          </ac:spMkLst>
        </pc:spChg>
        <pc:spChg chg="del">
          <ac:chgData name="豊 小谷" userId="3605ec3106b20ed8" providerId="LiveId" clId="{05627680-9581-44A8-A355-DE20D011879F}" dt="2026-05-10T03:16:22.926" v="3166" actId="478"/>
          <ac:spMkLst>
            <pc:docMk/>
            <pc:sldMk cId="2282260800" sldId="286"/>
            <ac:spMk id="2104" creationId="{C2AF2278-E3F2-9073-170B-FB49CD8508F6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10" creationId="{C10DF90C-3506-194C-66FC-4D47193F691C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17" creationId="{FFA03CA2-7FBE-59F5-EE51-3F5BE478B29D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18" creationId="{F56D5A9D-0E7E-21A5-04BB-9DB67420E990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19" creationId="{7E4F87CF-6801-EE7C-A1A1-1BAB68DEDD15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23" creationId="{DC927B82-4B7E-BA03-66A4-BCA8CC7FF7DA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36" creationId="{972378CF-56DE-D7AA-F5D4-86BE6BE1217C}"/>
          </ac:spMkLst>
        </pc:spChg>
        <pc:spChg chg="mod">
          <ac:chgData name="豊 小谷" userId="3605ec3106b20ed8" providerId="LiveId" clId="{05627680-9581-44A8-A355-DE20D011879F}" dt="2026-05-10T05:17:52.918" v="3257" actId="14100"/>
          <ac:spMkLst>
            <pc:docMk/>
            <pc:sldMk cId="2282260800" sldId="286"/>
            <ac:spMk id="2139" creationId="{7CC006DA-8B9A-7773-C6B2-162356C3AE50}"/>
          </ac:spMkLst>
        </pc:spChg>
        <pc:spChg chg="mod">
          <ac:chgData name="豊 小谷" userId="3605ec3106b20ed8" providerId="LiveId" clId="{05627680-9581-44A8-A355-DE20D011879F}" dt="2026-05-10T05:15:50.723" v="3234" actId="478"/>
          <ac:spMkLst>
            <pc:docMk/>
            <pc:sldMk cId="2282260800" sldId="286"/>
            <ac:spMk id="2141" creationId="{DC9CA4D6-786A-45CD-04F8-BC4A1233D0BE}"/>
          </ac:spMkLst>
        </pc:spChg>
        <pc:cxnChg chg="add mod">
          <ac:chgData name="豊 小谷" userId="3605ec3106b20ed8" providerId="LiveId" clId="{05627680-9581-44A8-A355-DE20D011879F}" dt="2026-05-10T05:13:08.894" v="3174" actId="1076"/>
          <ac:cxnSpMkLst>
            <pc:docMk/>
            <pc:sldMk cId="2282260800" sldId="286"/>
            <ac:cxnSpMk id="12" creationId="{761B5245-80F2-4D24-241D-F4C092546876}"/>
          </ac:cxnSpMkLst>
        </pc:cxnChg>
        <pc:cxnChg chg="mod">
          <ac:chgData name="豊 小谷" userId="3605ec3106b20ed8" providerId="LiveId" clId="{05627680-9581-44A8-A355-DE20D011879F}" dt="2026-05-10T05:17:57.584" v="3258" actId="14100"/>
          <ac:cxnSpMkLst>
            <pc:docMk/>
            <pc:sldMk cId="2282260800" sldId="286"/>
            <ac:cxnSpMk id="44" creationId="{32099B90-8E12-1581-80EB-BC2398124CDE}"/>
          </ac:cxnSpMkLst>
        </pc:cxnChg>
        <pc:cxnChg chg="del">
          <ac:chgData name="豊 小谷" userId="3605ec3106b20ed8" providerId="LiveId" clId="{05627680-9581-44A8-A355-DE20D011879F}" dt="2026-05-10T03:15:29.359" v="3150" actId="478"/>
          <ac:cxnSpMkLst>
            <pc:docMk/>
            <pc:sldMk cId="2282260800" sldId="286"/>
            <ac:cxnSpMk id="2099" creationId="{63EE828E-B8F4-E326-E2A3-37BD3FCCA131}"/>
          </ac:cxnSpMkLst>
        </pc:cxnChg>
        <pc:cxnChg chg="mod">
          <ac:chgData name="豊 小谷" userId="3605ec3106b20ed8" providerId="LiveId" clId="{05627680-9581-44A8-A355-DE20D011879F}" dt="2026-05-10T03:15:26.625" v="3149" actId="14100"/>
          <ac:cxnSpMkLst>
            <pc:docMk/>
            <pc:sldMk cId="2282260800" sldId="286"/>
            <ac:cxnSpMk id="2103" creationId="{E26A7B91-1D93-E1BF-7FA2-D7B2A1E41674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6ED843-FBAC-4BF9-84F2-6CB52D7BC460}" type="datetimeFigureOut">
              <a:rPr kumimoji="1" lang="ja-JP" altLang="en-US" smtClean="0"/>
              <a:t>2026/5/9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5109B5-5EE7-4A19-AE95-02774C49B95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5594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90088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884926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634B0-46C4-07AC-EB65-B355CD4EA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9806B21A-2A4D-8C08-46A3-C244F055A2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FECDDB8-97FC-1173-A56E-A14CDC8525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C1C0750-5CD8-BFA1-E87C-86D55C0DF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85403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5109B5-5EE7-4A19-AE95-02774C49B95E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2607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077965"/>
            <a:ext cx="5795963" cy="2702071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5015060"/>
            <a:ext cx="5795963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64B28F-A25E-4825-B94D-B2AD0EA2A9F6}"/>
              </a:ext>
            </a:extLst>
          </p:cNvPr>
          <p:cNvSpPr/>
          <p:nvPr/>
        </p:nvSpPr>
        <p:spPr>
          <a:xfrm>
            <a:off x="-228" y="0"/>
            <a:ext cx="43905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A767B04-DB20-575B-553B-88ACD76553E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00038" y="0"/>
            <a:ext cx="5495544" cy="6858000"/>
          </a:xfrm>
          <a:custGeom>
            <a:avLst/>
            <a:gdLst>
              <a:gd name="connsiteX0" fmla="*/ 0 w 5495544"/>
              <a:gd name="connsiteY0" fmla="*/ 0 h 6858000"/>
              <a:gd name="connsiteX1" fmla="*/ 5495544 w 5495544"/>
              <a:gd name="connsiteY1" fmla="*/ 0 h 6858000"/>
              <a:gd name="connsiteX2" fmla="*/ 5495544 w 5495544"/>
              <a:gd name="connsiteY2" fmla="*/ 6858000 h 6858000"/>
              <a:gd name="connsiteX3" fmla="*/ 0 w 549554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95544" h="6858000">
                <a:moveTo>
                  <a:pt x="0" y="0"/>
                </a:moveTo>
                <a:lnTo>
                  <a:pt x="5495544" y="0"/>
                </a:lnTo>
                <a:lnTo>
                  <a:pt x="549554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Drag and drop </a:t>
            </a:r>
            <a:br>
              <a:rPr lang="en-US" dirty="0"/>
            </a:br>
            <a:r>
              <a:rPr lang="en-US" dirty="0"/>
              <a:t>a picture here</a:t>
            </a:r>
          </a:p>
        </p:txBody>
      </p:sp>
    </p:spTree>
    <p:extLst>
      <p:ext uri="{BB962C8B-B14F-4D97-AF65-F5344CB8AC3E}">
        <p14:creationId xmlns:p14="http://schemas.microsoft.com/office/powerpoint/2010/main" val="4352672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16">
          <p15:clr>
            <a:srgbClr val="FBAE40"/>
          </p15:clr>
        </p15:guide>
        <p15:guide id="2" pos="7387">
          <p15:clr>
            <a:srgbClr val="FBAE40"/>
          </p15:clr>
        </p15:guide>
        <p15:guide id="3" orient="horz" pos="3067">
          <p15:clr>
            <a:srgbClr val="FBAE40"/>
          </p15:clr>
        </p15:guide>
        <p15:guide id="4" orient="horz" pos="393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in title without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BBC7E-853C-4EAC-941C-F7D4C872CED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1470" y="1964458"/>
            <a:ext cx="7807324" cy="2929084"/>
          </a:xfrm>
        </p:spPr>
        <p:txBody>
          <a:bodyPr anchor="ctr"/>
          <a:lstStyle>
            <a:lvl1pPr algn="l"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8F8A67-080E-4CD5-8528-5627C41B2D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470" y="5015060"/>
            <a:ext cx="7807324" cy="1077764"/>
          </a:xfrm>
        </p:spPr>
        <p:txBody>
          <a:bodyPr/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Presenter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78753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09">
          <p15:clr>
            <a:srgbClr val="FBAE40"/>
          </p15:clr>
        </p15:guide>
        <p15:guide id="2" orient="horz" pos="2615">
          <p15:clr>
            <a:srgbClr val="FBAE40"/>
          </p15:clr>
        </p15:guide>
        <p15:guide id="3" pos="5196">
          <p15:clr>
            <a:srgbClr val="FBAE40"/>
          </p15:clr>
        </p15:guide>
        <p15:guide id="4" pos="610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spcBef>
                <a:spcPts val="1200"/>
              </a:spcBef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6EF7C4-3513-40DF-91A6-018C8E9AC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9BC23-ACCF-40B7-9F8A-C869B7D2A964}" type="datetime1">
              <a:rPr lang="en-US" altLang="ja-JP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B796A-0B1E-46FA-AC86-9A7803DF8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8E223-380C-4295-85FF-7B9C2423B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5759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pos="726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orient="horz" pos="67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819399" y="419894"/>
            <a:ext cx="9372601" cy="1484312"/>
          </a:xfrm>
          <a:solidFill>
            <a:schemeClr val="bg1"/>
          </a:solidFill>
        </p:spPr>
        <p:txBody>
          <a:bodyPr vert="horz" lIns="91440" tIns="45720" rIns="288000" bIns="45720" rtlCol="0" anchor="ctr">
            <a:noAutofit/>
          </a:bodyPr>
          <a:lstStyle>
            <a:lvl1pPr marL="263525" indent="0" algn="l"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C4CE3442-CD9D-76CA-881D-CEA1B2E3BE7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1304925"/>
            <a:ext cx="12192000" cy="4787900"/>
          </a:xfrm>
          <a:custGeom>
            <a:avLst/>
            <a:gdLst>
              <a:gd name="connsiteX0" fmla="*/ 0 w 12192000"/>
              <a:gd name="connsiteY0" fmla="*/ 0 h 4787900"/>
              <a:gd name="connsiteX1" fmla="*/ 2819399 w 12192000"/>
              <a:gd name="connsiteY1" fmla="*/ 0 h 4787900"/>
              <a:gd name="connsiteX2" fmla="*/ 2819399 w 12192000"/>
              <a:gd name="connsiteY2" fmla="*/ 599281 h 4787900"/>
              <a:gd name="connsiteX3" fmla="*/ 12192000 w 12192000"/>
              <a:gd name="connsiteY3" fmla="*/ 599281 h 4787900"/>
              <a:gd name="connsiteX4" fmla="*/ 12192000 w 12192000"/>
              <a:gd name="connsiteY4" fmla="*/ 4787900 h 4787900"/>
              <a:gd name="connsiteX5" fmla="*/ 0 w 12192000"/>
              <a:gd name="connsiteY5" fmla="*/ 4787900 h 4787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787900">
                <a:moveTo>
                  <a:pt x="0" y="0"/>
                </a:moveTo>
                <a:lnTo>
                  <a:pt x="2819399" y="0"/>
                </a:lnTo>
                <a:lnTo>
                  <a:pt x="2819399" y="599281"/>
                </a:lnTo>
                <a:lnTo>
                  <a:pt x="12192000" y="599281"/>
                </a:lnTo>
                <a:lnTo>
                  <a:pt x="12192000" y="4787900"/>
                </a:lnTo>
                <a:lnTo>
                  <a:pt x="0" y="47879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rgbClr val="C0C8D2"/>
                </a:solidFill>
              </a:defRPr>
            </a:lvl1pPr>
          </a:lstStyle>
          <a:p>
            <a:r>
              <a:rPr lang="en-US" dirty="0"/>
              <a:t>Drag and drop a picture here (optional)</a:t>
            </a:r>
          </a:p>
        </p:txBody>
      </p:sp>
    </p:spTree>
    <p:extLst>
      <p:ext uri="{BB962C8B-B14F-4D97-AF65-F5344CB8AC3E}">
        <p14:creationId xmlns:p14="http://schemas.microsoft.com/office/powerpoint/2010/main" val="88912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wo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0037" y="1484313"/>
            <a:ext cx="5719763" cy="4608512"/>
          </a:xfrm>
        </p:spPr>
        <p:txBody>
          <a:bodyPr/>
          <a:lstStyle>
            <a:lvl1pPr marL="261938" indent="-261938">
              <a:buFont typeface="Arial" panose="020B0604020202020204" pitchFamily="34" charset="0"/>
              <a:buChar char="•"/>
              <a:defRPr/>
            </a:lvl1pPr>
            <a:lvl2pPr marL="536575" indent="-266700">
              <a:buFont typeface="Arial" panose="020B0604020202020204" pitchFamily="34" charset="0"/>
              <a:buChar char="•"/>
              <a:defRPr/>
            </a:lvl2pPr>
            <a:lvl3pPr marL="812800" indent="-273050">
              <a:buFont typeface="Arial" panose="020B0604020202020204" pitchFamily="34" charset="0"/>
              <a:buChar char="•"/>
              <a:defRPr/>
            </a:lvl3pPr>
            <a:lvl4pPr marL="987425" indent="-268288">
              <a:buFont typeface="Arial" panose="020B0604020202020204" pitchFamily="34" charset="0"/>
              <a:buChar char="•"/>
              <a:defRPr/>
            </a:lvl4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0" y="1484313"/>
            <a:ext cx="5720400" cy="46085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788507-3E03-4FB3-A132-78A9397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A44078-B338-4B71-BD47-0F234CD99180}" type="datetime1">
              <a:rPr lang="en-US" altLang="ja-JP" smtClean="0"/>
              <a:t>5/9/2026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E28F68-9BF2-4E8D-9900-2B961920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2468ACE-19CE-4D11-BE8C-BF854FA85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57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74">
          <p15:clr>
            <a:srgbClr val="FBAE40"/>
          </p15:clr>
        </p15:guide>
        <p15:guide id="2" orient="horz" pos="137">
          <p15:clr>
            <a:srgbClr val="FBAE40"/>
          </p15:clr>
        </p15:guide>
        <p15:guide id="3" pos="726">
          <p15:clr>
            <a:srgbClr val="FBAE40"/>
          </p15:clr>
        </p15:guide>
        <p15:guide id="4" pos="56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297BAC-5561-499E-BBCB-6D6E1FD7D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5A1777-293B-44C6-BDCA-81A8114C1E32}" type="datetime1">
              <a:rPr lang="en-US" altLang="ja-JP" smtClean="0"/>
              <a:t>5/9/2026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25733-58EA-4C07-864D-B4CB76D0D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75373-7992-498D-9AB1-3D825442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32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2160">
          <p15:clr>
            <a:srgbClr val="FBAE40"/>
          </p15:clr>
        </p15:guide>
        <p15:guide id="3" orient="horz" pos="674">
          <p15:clr>
            <a:srgbClr val="FBAE40"/>
          </p15:clr>
        </p15:guide>
        <p15:guide id="4" orient="horz" pos="137">
          <p15:clr>
            <a:srgbClr val="FBAE40"/>
          </p15:clr>
        </p15:guide>
        <p15:guide id="5" pos="72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25953C-BDCE-466C-B5D1-10A5597F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993C-504F-4161-B648-BC81B6CDF032}" type="datetime1">
              <a:rPr lang="en-US" altLang="ja-JP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093A61-3D0C-4D22-A38C-FED809C5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FF57E-942B-4161-B1AA-AAC9C60FE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62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674">
          <p15:clr>
            <a:srgbClr val="FBAE40"/>
          </p15:clr>
        </p15:guide>
        <p15:guide id="3" orient="horz" pos="137">
          <p15:clr>
            <a:srgbClr val="FBAE40"/>
          </p15:clr>
        </p15:guide>
        <p15:guide id="4" pos="72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15AA452-2F5A-B772-945B-B0CFC5F3FD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0038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89467D-4E3E-2E79-F1E3-71984118B3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30C536-79BA-88B1-166F-BD74971E5AE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0DF25-812A-35DC-2783-1BC33FB9C8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5D2CF-A487-DE9E-414F-462D62049E40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F4F73-EC84-473A-9021-5AE2CF45038E}" type="datetime1">
              <a:rPr lang="en-US" altLang="ja-JP" smtClean="0"/>
              <a:t>5/9/2026</a:t>
            </a:fld>
            <a:endParaRPr lang="en-US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29F6FE6-9902-64DD-A000-F3C8D011E5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1649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6E4D8103-4194-5038-5BB3-B27BD01622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00038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B333E01B-74F4-BD5A-C789-5CB514934AA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649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9017772-3244-6F37-2086-3BFA0683EAB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038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0A08BA30-CC2E-1C99-57CB-92CBBB68B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91649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E74361AC-E7BF-9BB0-D531-28E15A7ED0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00038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A2A63932-A9F1-75DE-B4ED-0D62394486D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649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B2E5A9C1-A2AB-4259-82F1-2AE3DFFDBA6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87433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461B435B-C211-8417-11B1-5F46A1AC595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887611" y="1487433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23E32E66-08FD-72CE-DA85-9B3671D6D2E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2624425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E0F050B4-6ECE-8FF8-A1AA-3F4C2FBA89D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887611" y="2624425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5" name="Text Placeholder 22">
            <a:extLst>
              <a:ext uri="{FF2B5EF4-FFF2-40B4-BE49-F238E27FC236}">
                <a16:creationId xmlns:a16="http://schemas.microsoft.com/office/drawing/2014/main" id="{C57D1331-E3D7-C1FD-541B-C64045C7422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96000" y="3761417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FCBB95E6-B6D9-2B1A-115E-09D087D466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887611" y="3761417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1AED3D0D-2221-0F28-6404-8DE7BBE3809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096000" y="4898408"/>
            <a:ext cx="731520" cy="731520"/>
          </a:xfrm>
          <a:noFill/>
        </p:spPr>
        <p:txBody>
          <a:bodyPr anchor="ctr"/>
          <a:lstStyle>
            <a:lvl1pPr marL="0" indent="0" algn="ctr">
              <a:buNone/>
              <a:defRPr sz="2800"/>
            </a:lvl1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38" name="Text Placeholder 22">
            <a:extLst>
              <a:ext uri="{FF2B5EF4-FFF2-40B4-BE49-F238E27FC236}">
                <a16:creationId xmlns:a16="http://schemas.microsoft.com/office/drawing/2014/main" id="{A72B0B48-D3AF-3DBD-FB54-005779ED399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887611" y="4898408"/>
            <a:ext cx="4754880" cy="731520"/>
          </a:xfrm>
        </p:spPr>
        <p:txBody>
          <a:bodyPr anchor="ctr"/>
          <a:lstStyle>
            <a:lvl1pPr marL="0" indent="0">
              <a:buNone/>
              <a:defRPr sz="2800"/>
            </a:lvl1pPr>
          </a:lstStyle>
          <a:p>
            <a:pPr lvl="0"/>
            <a:r>
              <a:rPr lang="en-US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006161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9153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0037" y="-1"/>
            <a:ext cx="11609159" cy="1304925"/>
          </a:xfrm>
          <a:prstGeom prst="rect">
            <a:avLst/>
          </a:prstGeom>
        </p:spPr>
        <p:txBody>
          <a:bodyPr vert="horz" lIns="91440" tIns="45720" rIns="90000" bIns="45720" rtlCol="0" anchor="ctr">
            <a:noAutofit/>
          </a:bodyPr>
          <a:lstStyle/>
          <a:p>
            <a:pPr lvl="0" algn="r"/>
            <a:r>
              <a:rPr lang="en-US" dirty="0"/>
              <a:t>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0038" y="1484313"/>
            <a:ext cx="11591925" cy="4608512"/>
          </a:xfrm>
          <a:prstGeom prst="rect">
            <a:avLst/>
          </a:prstGeom>
        </p:spPr>
        <p:txBody>
          <a:bodyPr vert="horz" lIns="91440" tIns="45720" rIns="90000" bIns="45720" rtlCol="0">
            <a:noAutofit/>
          </a:bodyPr>
          <a:lstStyle/>
          <a:p>
            <a:pPr lvl="0"/>
            <a:r>
              <a:rPr lang="en-US" dirty="0"/>
              <a:t>First level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70600" y="6330968"/>
            <a:ext cx="5483314" cy="292554"/>
          </a:xfrm>
          <a:prstGeom prst="rect">
            <a:avLst/>
          </a:prstGeom>
        </p:spPr>
        <p:txBody>
          <a:bodyPr vert="horz" lIns="90000" tIns="45720" rIns="90000" bIns="45720" rtlCol="0" anchor="b"/>
          <a:lstStyle>
            <a:lvl1pPr algn="r">
              <a:defRPr lang="en-US" sz="1100"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10261" y="6330968"/>
            <a:ext cx="411004" cy="292554"/>
          </a:xfrm>
          <a:prstGeom prst="rect">
            <a:avLst/>
          </a:prstGeom>
        </p:spPr>
        <p:txBody>
          <a:bodyPr vert="horz" lIns="0" tIns="46800" rIns="0" bIns="46800" rtlCol="0" anchor="b"/>
          <a:lstStyle>
            <a:lvl1pPr algn="r">
              <a:defRPr lang="en-US" sz="1100" b="0" smtClean="0">
                <a:solidFill>
                  <a:schemeClr val="tx2"/>
                </a:solidFill>
              </a:defRPr>
            </a:lvl1pPr>
          </a:lstStyle>
          <a:p>
            <a:fld id="{40A7B169-58CE-4E65-B1F9-ACF9E46440C2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57517" y="6330968"/>
            <a:ext cx="1184909" cy="29255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100" b="0">
                <a:solidFill>
                  <a:schemeClr val="tx2"/>
                </a:solidFill>
              </a:defRPr>
            </a:lvl1pPr>
          </a:lstStyle>
          <a:p>
            <a:fld id="{CCC4E1EE-9E13-4C2D-AFC1-1D3561D21B1A}" type="datetime1">
              <a:rPr lang="en-US" altLang="ja-JP" smtClean="0"/>
              <a:t>5/9/2026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98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kumimoji="1" lang="en-US" sz="3600" b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1938" indent="-261938" algn="l" defTabSz="914400" rtl="0" eaLnBrk="1" latinLnBrk="0" hangingPunct="1">
        <a:lnSpc>
          <a:spcPct val="10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kumimoji="1" lang="en-US" sz="24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36575" indent="-26670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812800" indent="-273050" algn="l" defTabSz="914400" rtl="0" eaLnBrk="1" latinLnBrk="0" hangingPunct="1">
        <a:lnSpc>
          <a:spcPct val="100000"/>
        </a:lnSpc>
        <a:spcBef>
          <a:spcPts val="600"/>
        </a:spcBef>
        <a:buClr>
          <a:schemeClr val="tx1"/>
        </a:buClr>
        <a:buFont typeface="Arial" panose="020B0604020202020204" pitchFamily="34" charset="0"/>
        <a:buChar char="•"/>
        <a:defRPr kumimoji="1" lang="en-US" sz="18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987425" indent="-26828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 smtClean="0">
          <a:solidFill>
            <a:schemeClr val="tx2"/>
          </a:solidFill>
          <a:latin typeface="+mn-lt"/>
          <a:ea typeface="+mn-ea"/>
          <a:cs typeface="+mn-cs"/>
        </a:defRPr>
      </a:lvl4pPr>
      <a:lvl5pPr marL="1160463" indent="-261938" algn="l" defTabSz="914400" rtl="0" eaLnBrk="1" latinLnBrk="0" hangingPunct="1">
        <a:lnSpc>
          <a:spcPct val="100000"/>
        </a:lnSpc>
        <a:spcBef>
          <a:spcPts val="400"/>
        </a:spcBef>
        <a:buClr>
          <a:schemeClr val="tx2"/>
        </a:buClr>
        <a:buFont typeface="Arial" panose="020B0604020202020204" pitchFamily="34" charset="0"/>
        <a:buChar char="•"/>
        <a:defRPr kumimoji="1" lang="en-US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189">
          <p15:clr>
            <a:srgbClr val="F26B43"/>
          </p15:clr>
        </p15:guide>
        <p15:guide id="2" pos="7491">
          <p15:clr>
            <a:srgbClr val="F26B43"/>
          </p15:clr>
        </p15:guide>
        <p15:guide id="3" orient="horz" pos="2160">
          <p15:clr>
            <a:srgbClr val="F26B43"/>
          </p15:clr>
        </p15:guide>
        <p15:guide id="4" orient="horz" pos="935">
          <p15:clr>
            <a:srgbClr val="F26B43"/>
          </p15:clr>
        </p15:guide>
        <p15:guide id="5" orient="horz" pos="3838">
          <p15:clr>
            <a:srgbClr val="F26B43"/>
          </p15:clr>
        </p15:guide>
        <p15:guide id="6" orient="horz" pos="822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131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961F07B-F036-AEB6-9E15-27930A70B3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/>
              <a:t>General purpose PLL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AAA61F1-4BA6-C457-E76C-FDF43B4E3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015060"/>
            <a:ext cx="5795963" cy="1617094"/>
          </a:xfrm>
        </p:spPr>
        <p:txBody>
          <a:bodyPr/>
          <a:lstStyle/>
          <a:p>
            <a:r>
              <a:rPr kumimoji="1" lang="en-US" altLang="ja-JP" sz="2400" dirty="0"/>
              <a:t>Team X</a:t>
            </a:r>
            <a:br>
              <a:rPr kumimoji="1" lang="en-US" altLang="ja-JP" dirty="0"/>
            </a:br>
            <a:r>
              <a:rPr kumimoji="1" lang="en-US" altLang="ja-JP" dirty="0"/>
              <a:t>  Yutaka KOTANI</a:t>
            </a:r>
            <a:br>
              <a:rPr lang="en-US" altLang="ja-JP" dirty="0"/>
            </a:br>
            <a:r>
              <a:rPr lang="en-US" altLang="ja-JP" dirty="0"/>
              <a:t>  Jay</a:t>
            </a:r>
            <a:br>
              <a:rPr lang="en-US" altLang="ja-JP" dirty="0"/>
            </a:br>
            <a:r>
              <a:rPr lang="en-US" altLang="ja-JP" dirty="0"/>
              <a:t>  Teddy</a:t>
            </a:r>
            <a:br>
              <a:rPr lang="en-US" altLang="ja-JP" dirty="0"/>
            </a:br>
            <a:r>
              <a:rPr lang="en-US" altLang="ja-JP" dirty="0"/>
              <a:t>  Butter cutter</a:t>
            </a:r>
            <a:endParaRPr kumimoji="1" lang="en-US" altLang="ja-JP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07F96F6-0283-E961-5C37-89F47AF70B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038" y="671915"/>
            <a:ext cx="5495544" cy="538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2906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9C50C269-5ED5-5839-E63A-2EF3A1A05E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kumimoji="1" lang="en-US" altLang="ja-JP" dirty="0"/>
              <a:t>1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883423FF-E49C-B2EE-4962-A433D3110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Agenda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A85FD3F-980E-B6B5-6FCA-451483397AA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/>
              <a:t>Project overview</a:t>
            </a:r>
            <a:endParaRPr kumimoji="1" lang="ja-JP" alt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1FBC7E4-04AD-75B2-3D59-DAF48ED1B2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kumimoji="1" lang="en-US" altLang="ja-JP" dirty="0"/>
              <a:t>2</a:t>
            </a:r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80D2A1DE-0977-E1FF-8CFD-0E698975501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kumimoji="1" lang="en-US" altLang="ja-JP" dirty="0"/>
              <a:t>Block diagram</a:t>
            </a:r>
            <a:endParaRPr kumimoji="1" lang="ja-JP" altLang="en-US" dirty="0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F894DE3-704C-4571-185E-A9CE43ED21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kumimoji="1" lang="en-US" altLang="ja-JP" dirty="0"/>
              <a:t>3</a:t>
            </a:r>
            <a:endParaRPr kumimoji="1" lang="ja-JP" altLang="en-US" dirty="0"/>
          </a:p>
        </p:txBody>
      </p:sp>
      <p:sp>
        <p:nvSpPr>
          <p:cNvPr id="8" name="テキスト プレースホルダー 7">
            <a:extLst>
              <a:ext uri="{FF2B5EF4-FFF2-40B4-BE49-F238E27FC236}">
                <a16:creationId xmlns:a16="http://schemas.microsoft.com/office/drawing/2014/main" id="{DE90BF70-22FF-F34D-9AA1-3E94C476D2F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kumimoji="1" lang="en-US" altLang="ja-JP" dirty="0"/>
              <a:t>Specification</a:t>
            </a:r>
            <a:endParaRPr kumimoji="1" lang="ja-JP" altLang="en-US" dirty="0"/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3B0EABBF-5933-6823-F303-60CAC74611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kumimoji="1" lang="en-US" altLang="ja-JP" dirty="0"/>
              <a:t>4</a:t>
            </a:r>
            <a:endParaRPr kumimoji="1" lang="ja-JP" altLang="en-US" dirty="0"/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AD869DF4-B32D-B21F-47C9-8F34FA8AA9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kumimoji="1" lang="en-US" altLang="ja-JP" dirty="0"/>
              <a:t>Circuit design</a:t>
            </a: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E8F3CC92-D5CF-273F-5190-3E6DE7ACA1C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kumimoji="1" lang="en-US" altLang="ja-JP" dirty="0"/>
              <a:t>5</a:t>
            </a:r>
            <a:endParaRPr kumimoji="1" lang="ja-JP" altLang="en-US" dirty="0"/>
          </a:p>
        </p:txBody>
      </p:sp>
      <p:sp>
        <p:nvSpPr>
          <p:cNvPr id="12" name="テキスト プレースホルダー 11">
            <a:extLst>
              <a:ext uri="{FF2B5EF4-FFF2-40B4-BE49-F238E27FC236}">
                <a16:creationId xmlns:a16="http://schemas.microsoft.com/office/drawing/2014/main" id="{E6EC81BC-899D-85F0-DFA8-DFC657B9042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kumimoji="1" lang="en-US" altLang="ja-JP" dirty="0"/>
              <a:t>Evaluation</a:t>
            </a:r>
            <a:endParaRPr kumimoji="1" lang="ja-JP" altLang="en-US" dirty="0"/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DF9E80A2-749C-BADB-5F56-C89DCFCB9E5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14" name="テキスト プレースホルダー 13">
            <a:extLst>
              <a:ext uri="{FF2B5EF4-FFF2-40B4-BE49-F238E27FC236}">
                <a16:creationId xmlns:a16="http://schemas.microsoft.com/office/drawing/2014/main" id="{FC4C707C-8103-E7B0-21AE-CB72D09537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kumimoji="1" lang="en-US" altLang="ja-JP" dirty="0"/>
              <a:t>Layout</a:t>
            </a:r>
            <a:endParaRPr kumimoji="1" lang="ja-JP" altLang="en-US" dirty="0"/>
          </a:p>
        </p:txBody>
      </p:sp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5E608D12-204B-D1B1-E4FA-73284E4C41A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rPr kumimoji="1" lang="en-US" altLang="ja-JP" dirty="0"/>
              <a:t>7</a:t>
            </a:r>
            <a:endParaRPr kumimoji="1" lang="ja-JP" altLang="en-US" dirty="0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289D3E0-4B14-B2AE-C676-1FD6730DF57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kumimoji="1" lang="en-US" altLang="ja-JP" dirty="0"/>
              <a:t>PEX &amp; Validation</a:t>
            </a:r>
            <a:endParaRPr kumimoji="1" lang="ja-JP" altLang="en-US" dirty="0"/>
          </a:p>
        </p:txBody>
      </p:sp>
      <p:sp>
        <p:nvSpPr>
          <p:cNvPr id="17" name="テキスト プレースホルダー 16">
            <a:extLst>
              <a:ext uri="{FF2B5EF4-FFF2-40B4-BE49-F238E27FC236}">
                <a16:creationId xmlns:a16="http://schemas.microsoft.com/office/drawing/2014/main" id="{0EE552FE-2D2B-3AAD-F886-5FDA6E58355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r>
              <a:rPr kumimoji="1" lang="en-US" altLang="ja-JP" dirty="0"/>
              <a:t>8</a:t>
            </a:r>
            <a:endParaRPr kumimoji="1" lang="ja-JP" altLang="en-US" dirty="0"/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7BFD0AE3-3330-41FB-0921-382A1FF2F4D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19" name="スライド番号プレースホルダー 18">
            <a:extLst>
              <a:ext uri="{FF2B5EF4-FFF2-40B4-BE49-F238E27FC236}">
                <a16:creationId xmlns:a16="http://schemas.microsoft.com/office/drawing/2014/main" id="{28F615C7-CBA3-74F1-6828-68DC4C6648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114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AB84-91A4-5FA5-F4A7-B96EDBEDB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0F0B80-2F68-04B7-BED2-1E3CB8B976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ja-JP" dirty="0"/>
              <a:t>Team member and role</a:t>
            </a:r>
          </a:p>
          <a:p>
            <a:pPr lvl="1"/>
            <a:r>
              <a:rPr lang="en-US" altLang="ja-JP" sz="1800" dirty="0"/>
              <a:t>Yutaka KOTANI – Team leader, VCO</a:t>
            </a:r>
          </a:p>
          <a:p>
            <a:pPr lvl="1"/>
            <a:r>
              <a:rPr lang="en-US" altLang="ja-JP" sz="1800" dirty="0"/>
              <a:t>Jay - PFD</a:t>
            </a:r>
          </a:p>
          <a:p>
            <a:pPr lvl="1"/>
            <a:r>
              <a:rPr lang="en-US" altLang="ja-JP" sz="1800" dirty="0"/>
              <a:t>Teddy - Divider</a:t>
            </a:r>
          </a:p>
          <a:p>
            <a:pPr lvl="1"/>
            <a:r>
              <a:rPr lang="en-US" altLang="ja-JP" sz="1800" dirty="0"/>
              <a:t>Butter cutter - PFD</a:t>
            </a:r>
          </a:p>
          <a:p>
            <a:pPr lvl="1"/>
            <a:endParaRPr lang="en-US" altLang="ja-JP" sz="2400" dirty="0"/>
          </a:p>
          <a:p>
            <a:r>
              <a:rPr lang="en-US" altLang="ja-JP" dirty="0"/>
              <a:t>PLL for general purpose</a:t>
            </a:r>
          </a:p>
          <a:p>
            <a:pPr lvl="1"/>
            <a:r>
              <a:rPr lang="en-US" altLang="ja-JP" dirty="0"/>
              <a:t>High speed CPU clock generation</a:t>
            </a:r>
          </a:p>
          <a:p>
            <a:pPr lvl="1"/>
            <a:r>
              <a:rPr lang="en-US" altLang="ja-JP" dirty="0"/>
              <a:t>FM radio demodulator</a:t>
            </a:r>
          </a:p>
          <a:p>
            <a:pPr lvl="1"/>
            <a:endParaRPr lang="en-US" altLang="ja-JP" dirty="0"/>
          </a:p>
          <a:p>
            <a:r>
              <a:rPr lang="en-US" altLang="ja-JP" dirty="0"/>
              <a:t>PLL has two mode</a:t>
            </a:r>
          </a:p>
          <a:p>
            <a:pPr lvl="1"/>
            <a:r>
              <a:rPr lang="en-US" altLang="ja-JP" dirty="0"/>
              <a:t>Clock multiplier mode</a:t>
            </a:r>
          </a:p>
          <a:p>
            <a:pPr lvl="1"/>
            <a:r>
              <a:rPr lang="en-US" altLang="ja-JP" dirty="0"/>
              <a:t>FM demodulator mode</a:t>
            </a:r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4B287BD-315D-1606-8BF7-7BD57F81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Project overview</a:t>
            </a:r>
            <a:endParaRPr kumimoji="1" lang="ja-JP" altLang="en-US" dirty="0"/>
          </a:p>
        </p:txBody>
      </p:sp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F39F5BCC-79D0-3368-CDE1-FFD87F01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3</a:t>
            </a:fld>
            <a:endParaRPr lang="en-US"/>
          </a:p>
        </p:txBody>
      </p:sp>
      <p:grpSp>
        <p:nvGrpSpPr>
          <p:cNvPr id="189" name="グループ化 188">
            <a:extLst>
              <a:ext uri="{FF2B5EF4-FFF2-40B4-BE49-F238E27FC236}">
                <a16:creationId xmlns:a16="http://schemas.microsoft.com/office/drawing/2014/main" id="{D3289EAD-7393-016A-BEEF-0BECD6429CC9}"/>
              </a:ext>
            </a:extLst>
          </p:cNvPr>
          <p:cNvGrpSpPr/>
          <p:nvPr/>
        </p:nvGrpSpPr>
        <p:grpSpPr>
          <a:xfrm>
            <a:off x="300037" y="4591944"/>
            <a:ext cx="5814459" cy="2091765"/>
            <a:chOff x="300037" y="4239203"/>
            <a:chExt cx="5814459" cy="2091765"/>
          </a:xfrm>
        </p:grpSpPr>
        <p:cxnSp>
          <p:nvCxnSpPr>
            <p:cNvPr id="100" name="直線矢印コネクタ 99">
              <a:extLst>
                <a:ext uri="{FF2B5EF4-FFF2-40B4-BE49-F238E27FC236}">
                  <a16:creationId xmlns:a16="http://schemas.microsoft.com/office/drawing/2014/main" id="{5068E267-9B81-308E-8185-0A80F6744BF0}"/>
                </a:ext>
              </a:extLst>
            </p:cNvPr>
            <p:cNvCxnSpPr>
              <a:cxnSpLocks/>
              <a:stCxn id="73" idx="2"/>
            </p:cNvCxnSpPr>
            <p:nvPr/>
          </p:nvCxnSpPr>
          <p:spPr>
            <a:xfrm flipV="1">
              <a:off x="4152101" y="4384549"/>
              <a:ext cx="209321" cy="560096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正方形/長方形 65">
              <a:extLst>
                <a:ext uri="{FF2B5EF4-FFF2-40B4-BE49-F238E27FC236}">
                  <a16:creationId xmlns:a16="http://schemas.microsoft.com/office/drawing/2014/main" id="{77235730-C10D-5B4E-ED56-8ED62F05CDD4}"/>
                </a:ext>
              </a:extLst>
            </p:cNvPr>
            <p:cNvSpPr/>
            <p:nvPr/>
          </p:nvSpPr>
          <p:spPr>
            <a:xfrm>
              <a:off x="1548241" y="4239203"/>
              <a:ext cx="3267429" cy="1410886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endParaRPr kumimoji="1" lang="ja-JP" altLang="en-US" sz="1200" dirty="0" err="1"/>
            </a:p>
          </p:txBody>
        </p:sp>
        <p:sp>
          <p:nvSpPr>
            <p:cNvPr id="67" name="正方形/長方形 66">
              <a:extLst>
                <a:ext uri="{FF2B5EF4-FFF2-40B4-BE49-F238E27FC236}">
                  <a16:creationId xmlns:a16="http://schemas.microsoft.com/office/drawing/2014/main" id="{6999D317-0808-04EC-F0D0-A0009AC9AD4F}"/>
                </a:ext>
              </a:extLst>
            </p:cNvPr>
            <p:cNvSpPr/>
            <p:nvPr/>
          </p:nvSpPr>
          <p:spPr>
            <a:xfrm>
              <a:off x="5294055" y="5978346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200" dirty="0"/>
                <a:t>AMP &amp;</a:t>
              </a:r>
              <a:br>
                <a:rPr kumimoji="1" lang="en-US" altLang="ja-JP" sz="1200" dirty="0"/>
              </a:br>
              <a:r>
                <a:rPr kumimoji="1" lang="en-US" altLang="ja-JP" sz="1200" dirty="0"/>
                <a:t>Speaker</a:t>
              </a:r>
              <a:endParaRPr kumimoji="1" lang="ja-JP" altLang="en-US" sz="1200" dirty="0"/>
            </a:p>
          </p:txBody>
        </p:sp>
        <p:sp>
          <p:nvSpPr>
            <p:cNvPr id="68" name="正方形/長方形 67">
              <a:extLst>
                <a:ext uri="{FF2B5EF4-FFF2-40B4-BE49-F238E27FC236}">
                  <a16:creationId xmlns:a16="http://schemas.microsoft.com/office/drawing/2014/main" id="{85BEBE53-C7B4-373E-CDDD-5CFAC7ED2456}"/>
                </a:ext>
              </a:extLst>
            </p:cNvPr>
            <p:cNvSpPr/>
            <p:nvPr/>
          </p:nvSpPr>
          <p:spPr>
            <a:xfrm>
              <a:off x="1787266" y="4592023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lang="en-US" altLang="ja-JP" sz="1100" dirty="0"/>
                <a:t>PD</a:t>
              </a:r>
            </a:p>
          </p:txBody>
        </p:sp>
        <p:sp>
          <p:nvSpPr>
            <p:cNvPr id="69" name="テキスト ボックス 68">
              <a:extLst>
                <a:ext uri="{FF2B5EF4-FFF2-40B4-BE49-F238E27FC236}">
                  <a16:creationId xmlns:a16="http://schemas.microsoft.com/office/drawing/2014/main" id="{9AFBD6A1-1DC1-0935-2FE0-4A40A1B53D52}"/>
                </a:ext>
              </a:extLst>
            </p:cNvPr>
            <p:cNvSpPr txBox="1"/>
            <p:nvPr/>
          </p:nvSpPr>
          <p:spPr>
            <a:xfrm>
              <a:off x="2913829" y="4251028"/>
              <a:ext cx="529868" cy="2426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b="1" dirty="0"/>
                <a:t>PLL</a:t>
              </a:r>
              <a:endParaRPr kumimoji="1" lang="ja-JP" altLang="en-US" sz="1200" b="1" dirty="0" err="1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C599360C-4935-7570-6A2E-DA87AD9BAE0E}"/>
                </a:ext>
              </a:extLst>
            </p:cNvPr>
            <p:cNvSpPr/>
            <p:nvPr/>
          </p:nvSpPr>
          <p:spPr>
            <a:xfrm>
              <a:off x="2768542" y="5170333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lang="en-US" altLang="ja-JP" sz="1100" dirty="0"/>
                <a:t>VCO</a:t>
              </a:r>
              <a:endParaRPr lang="ja-JP" altLang="en-US" sz="1100" dirty="0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631776F6-DC3A-5DA7-D6DF-868763DE8F3B}"/>
                </a:ext>
              </a:extLst>
            </p:cNvPr>
            <p:cNvSpPr/>
            <p:nvPr/>
          </p:nvSpPr>
          <p:spPr>
            <a:xfrm>
              <a:off x="300037" y="4590276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200" dirty="0" err="1"/>
                <a:t>FMTuner</a:t>
              </a:r>
              <a:br>
                <a:rPr kumimoji="1" lang="en-US" altLang="ja-JP" sz="1200" dirty="0"/>
              </a:br>
              <a:r>
                <a:rPr kumimoji="1" lang="en-US" altLang="ja-JP" sz="1200" dirty="0"/>
                <a:t>&amp; LNA</a:t>
              </a:r>
              <a:endParaRPr kumimoji="1" lang="ja-JP" altLang="en-US" sz="1200" dirty="0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532BE2E1-E7D8-C673-F0A9-D849289ECB5F}"/>
                </a:ext>
              </a:extLst>
            </p:cNvPr>
            <p:cNvSpPr/>
            <p:nvPr/>
          </p:nvSpPr>
          <p:spPr>
            <a:xfrm>
              <a:off x="2762192" y="4592023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100" dirty="0"/>
                <a:t>Charge</a:t>
              </a:r>
              <a:br>
                <a:rPr kumimoji="1" lang="en-US" altLang="ja-JP" sz="1100" dirty="0"/>
              </a:br>
              <a:r>
                <a:rPr kumimoji="1" lang="en-US" altLang="ja-JP" sz="1100" dirty="0"/>
                <a:t>pump</a:t>
              </a:r>
              <a:endParaRPr kumimoji="1" lang="ja-JP" altLang="en-US" sz="1100" dirty="0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E627D2AC-CB09-E49D-0463-48DD9CB1A459}"/>
                </a:ext>
              </a:extLst>
            </p:cNvPr>
            <p:cNvSpPr/>
            <p:nvPr/>
          </p:nvSpPr>
          <p:spPr>
            <a:xfrm>
              <a:off x="3741880" y="4592023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100" dirty="0"/>
                <a:t>Loop</a:t>
              </a:r>
              <a:br>
                <a:rPr kumimoji="1" lang="en-US" altLang="ja-JP" sz="1100" dirty="0"/>
              </a:br>
              <a:r>
                <a:rPr kumimoji="1" lang="en-US" altLang="ja-JP" sz="1100" dirty="0"/>
                <a:t>Filter</a:t>
              </a:r>
              <a:endParaRPr kumimoji="1" lang="ja-JP" altLang="en-US" sz="1100" dirty="0"/>
            </a:p>
          </p:txBody>
        </p:sp>
        <p:cxnSp>
          <p:nvCxnSpPr>
            <p:cNvPr id="75" name="直線矢印コネクタ 74">
              <a:extLst>
                <a:ext uri="{FF2B5EF4-FFF2-40B4-BE49-F238E27FC236}">
                  <a16:creationId xmlns:a16="http://schemas.microsoft.com/office/drawing/2014/main" id="{BC75AB89-0CA9-42AB-2D79-E7C0E2CE8FF4}"/>
                </a:ext>
              </a:extLst>
            </p:cNvPr>
            <p:cNvCxnSpPr>
              <a:cxnSpLocks/>
              <a:stCxn id="68" idx="3"/>
              <a:endCxn id="72" idx="1"/>
            </p:cNvCxnSpPr>
            <p:nvPr/>
          </p:nvCxnSpPr>
          <p:spPr>
            <a:xfrm>
              <a:off x="2607707" y="4768334"/>
              <a:ext cx="154485" cy="0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矢印コネクタ 75">
              <a:extLst>
                <a:ext uri="{FF2B5EF4-FFF2-40B4-BE49-F238E27FC236}">
                  <a16:creationId xmlns:a16="http://schemas.microsoft.com/office/drawing/2014/main" id="{CEA9C300-720B-78E1-F201-8B00554FF31A}"/>
                </a:ext>
              </a:extLst>
            </p:cNvPr>
            <p:cNvCxnSpPr>
              <a:cxnSpLocks/>
              <a:stCxn id="72" idx="3"/>
              <a:endCxn id="73" idx="1"/>
            </p:cNvCxnSpPr>
            <p:nvPr/>
          </p:nvCxnSpPr>
          <p:spPr>
            <a:xfrm>
              <a:off x="3582633" y="4768334"/>
              <a:ext cx="159247" cy="0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テキスト ボックス 77">
              <a:extLst>
                <a:ext uri="{FF2B5EF4-FFF2-40B4-BE49-F238E27FC236}">
                  <a16:creationId xmlns:a16="http://schemas.microsoft.com/office/drawing/2014/main" id="{7F6259F8-E100-CBA1-1672-7D84D4951BC6}"/>
                </a:ext>
              </a:extLst>
            </p:cNvPr>
            <p:cNvSpPr txBox="1"/>
            <p:nvPr/>
          </p:nvSpPr>
          <p:spPr>
            <a:xfrm>
              <a:off x="998335" y="4332037"/>
              <a:ext cx="108704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sz="1200" b="1" dirty="0"/>
                <a:t>65-80MHz</a:t>
              </a:r>
              <a:endParaRPr kumimoji="1" lang="ja-JP" altLang="en-US" sz="1200" b="1" dirty="0" err="1"/>
            </a:p>
          </p:txBody>
        </p:sp>
        <p:sp>
          <p:nvSpPr>
            <p:cNvPr id="79" name="テキスト ボックス 78">
              <a:extLst>
                <a:ext uri="{FF2B5EF4-FFF2-40B4-BE49-F238E27FC236}">
                  <a16:creationId xmlns:a16="http://schemas.microsoft.com/office/drawing/2014/main" id="{774BBEB8-CE0A-DDBE-B671-372BF1E4672B}"/>
                </a:ext>
              </a:extLst>
            </p:cNvPr>
            <p:cNvSpPr txBox="1"/>
            <p:nvPr/>
          </p:nvSpPr>
          <p:spPr>
            <a:xfrm>
              <a:off x="4547757" y="5662495"/>
              <a:ext cx="6471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200" b="1" dirty="0"/>
                <a:t>Audio Signal</a:t>
              </a:r>
              <a:endParaRPr kumimoji="1" lang="ja-JP" altLang="en-US" sz="1200" b="1" dirty="0" err="1"/>
            </a:p>
          </p:txBody>
        </p:sp>
        <p:cxnSp>
          <p:nvCxnSpPr>
            <p:cNvPr id="82" name="直線矢印コネクタ 81">
              <a:extLst>
                <a:ext uri="{FF2B5EF4-FFF2-40B4-BE49-F238E27FC236}">
                  <a16:creationId xmlns:a16="http://schemas.microsoft.com/office/drawing/2014/main" id="{781BB6DB-CBB4-9AD1-0272-655FF719A1F7}"/>
                </a:ext>
              </a:extLst>
            </p:cNvPr>
            <p:cNvCxnSpPr>
              <a:cxnSpLocks/>
              <a:stCxn id="71" idx="3"/>
              <a:endCxn id="68" idx="1"/>
            </p:cNvCxnSpPr>
            <p:nvPr/>
          </p:nvCxnSpPr>
          <p:spPr>
            <a:xfrm>
              <a:off x="1120478" y="4766587"/>
              <a:ext cx="666788" cy="1747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線矢印コネクタ 82">
              <a:extLst>
                <a:ext uri="{FF2B5EF4-FFF2-40B4-BE49-F238E27FC236}">
                  <a16:creationId xmlns:a16="http://schemas.microsoft.com/office/drawing/2014/main" id="{44E7FC6E-723B-9E51-6FDC-E179CD05FD4B}"/>
                </a:ext>
              </a:extLst>
            </p:cNvPr>
            <p:cNvCxnSpPr>
              <a:cxnSpLocks/>
              <a:stCxn id="99" idx="2"/>
              <a:endCxn id="93" idx="0"/>
            </p:cNvCxnSpPr>
            <p:nvPr/>
          </p:nvCxnSpPr>
          <p:spPr>
            <a:xfrm flipH="1">
              <a:off x="4152100" y="5518623"/>
              <a:ext cx="1" cy="459723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D28AC3AE-40B1-FD22-90FC-9D1B6A3DCB7E}"/>
                </a:ext>
              </a:extLst>
            </p:cNvPr>
            <p:cNvSpPr/>
            <p:nvPr/>
          </p:nvSpPr>
          <p:spPr>
            <a:xfrm>
              <a:off x="1787267" y="5978346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200" dirty="0"/>
                <a:t>10.7MHzBPF</a:t>
              </a:r>
              <a:endParaRPr kumimoji="1" lang="ja-JP" altLang="en-US" sz="1200" dirty="0"/>
            </a:p>
          </p:txBody>
        </p:sp>
        <p:cxnSp>
          <p:nvCxnSpPr>
            <p:cNvPr id="87" name="コネクタ: カギ線 86">
              <a:extLst>
                <a:ext uri="{FF2B5EF4-FFF2-40B4-BE49-F238E27FC236}">
                  <a16:creationId xmlns:a16="http://schemas.microsoft.com/office/drawing/2014/main" id="{4B55828E-7814-5910-A78A-7A16989A7EAA}"/>
                </a:ext>
              </a:extLst>
            </p:cNvPr>
            <p:cNvCxnSpPr>
              <a:cxnSpLocks/>
              <a:stCxn id="70" idx="1"/>
            </p:cNvCxnSpPr>
            <p:nvPr/>
          </p:nvCxnSpPr>
          <p:spPr>
            <a:xfrm rot="10800000" flipV="1">
              <a:off x="2367816" y="5346644"/>
              <a:ext cx="400727" cy="631702"/>
            </a:xfrm>
            <a:prstGeom prst="bentConnector2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正方形/長方形 92">
              <a:extLst>
                <a:ext uri="{FF2B5EF4-FFF2-40B4-BE49-F238E27FC236}">
                  <a16:creationId xmlns:a16="http://schemas.microsoft.com/office/drawing/2014/main" id="{A7005717-B78B-444E-CE52-06F97028211E}"/>
                </a:ext>
              </a:extLst>
            </p:cNvPr>
            <p:cNvSpPr/>
            <p:nvPr/>
          </p:nvSpPr>
          <p:spPr>
            <a:xfrm>
              <a:off x="3741879" y="5978346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200" dirty="0"/>
                <a:t>External</a:t>
              </a:r>
              <a:br>
                <a:rPr kumimoji="1" lang="en-US" altLang="ja-JP" sz="1200" dirty="0"/>
              </a:br>
              <a:r>
                <a:rPr kumimoji="1" lang="en-US" altLang="ja-JP" sz="1200" dirty="0"/>
                <a:t>LPF</a:t>
              </a:r>
              <a:endParaRPr kumimoji="1" lang="ja-JP" altLang="en-US" sz="1200" dirty="0"/>
            </a:p>
          </p:txBody>
        </p:sp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A2520F0C-BAE6-7596-B23E-026E289D1BE2}"/>
                </a:ext>
              </a:extLst>
            </p:cNvPr>
            <p:cNvSpPr/>
            <p:nvPr/>
          </p:nvSpPr>
          <p:spPr>
            <a:xfrm>
              <a:off x="3741880" y="5166001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kumimoji="1" lang="en-US" altLang="ja-JP" sz="1100" dirty="0"/>
                <a:t>Buffer</a:t>
              </a:r>
              <a:endParaRPr kumimoji="1" lang="ja-JP" altLang="en-US" sz="1100" dirty="0"/>
            </a:p>
          </p:txBody>
        </p:sp>
        <p:cxnSp>
          <p:nvCxnSpPr>
            <p:cNvPr id="103" name="直線矢印コネクタ 102">
              <a:extLst>
                <a:ext uri="{FF2B5EF4-FFF2-40B4-BE49-F238E27FC236}">
                  <a16:creationId xmlns:a16="http://schemas.microsoft.com/office/drawing/2014/main" id="{C6571360-9E86-FE20-CD4C-FE3C48E34D0E}"/>
                </a:ext>
              </a:extLst>
            </p:cNvPr>
            <p:cNvCxnSpPr>
              <a:cxnSpLocks/>
              <a:stCxn id="73" idx="2"/>
              <a:endCxn id="99" idx="0"/>
            </p:cNvCxnSpPr>
            <p:nvPr/>
          </p:nvCxnSpPr>
          <p:spPr>
            <a:xfrm>
              <a:off x="4152101" y="4944645"/>
              <a:ext cx="0" cy="221356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直線矢印コネクタ 110">
              <a:extLst>
                <a:ext uri="{FF2B5EF4-FFF2-40B4-BE49-F238E27FC236}">
                  <a16:creationId xmlns:a16="http://schemas.microsoft.com/office/drawing/2014/main" id="{0983F902-47F0-DE79-199F-2E2D63ECEA25}"/>
                </a:ext>
              </a:extLst>
            </p:cNvPr>
            <p:cNvCxnSpPr>
              <a:cxnSpLocks/>
              <a:stCxn id="85" idx="0"/>
              <a:endCxn id="68" idx="2"/>
            </p:cNvCxnSpPr>
            <p:nvPr/>
          </p:nvCxnSpPr>
          <p:spPr>
            <a:xfrm flipH="1" flipV="1">
              <a:off x="2197487" y="4944645"/>
              <a:ext cx="1" cy="1033701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矢印コネクタ 113">
              <a:extLst>
                <a:ext uri="{FF2B5EF4-FFF2-40B4-BE49-F238E27FC236}">
                  <a16:creationId xmlns:a16="http://schemas.microsoft.com/office/drawing/2014/main" id="{AA191022-523F-6609-26EA-687D5D64F92E}"/>
                </a:ext>
              </a:extLst>
            </p:cNvPr>
            <p:cNvCxnSpPr>
              <a:cxnSpLocks/>
              <a:stCxn id="99" idx="1"/>
            </p:cNvCxnSpPr>
            <p:nvPr/>
          </p:nvCxnSpPr>
          <p:spPr>
            <a:xfrm flipH="1">
              <a:off x="3588982" y="5342312"/>
              <a:ext cx="152898" cy="0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線矢印コネクタ 118">
              <a:extLst>
                <a:ext uri="{FF2B5EF4-FFF2-40B4-BE49-F238E27FC236}">
                  <a16:creationId xmlns:a16="http://schemas.microsoft.com/office/drawing/2014/main" id="{907CA86C-BCAF-CCDA-FB52-42E40DF655B3}"/>
                </a:ext>
              </a:extLst>
            </p:cNvPr>
            <p:cNvCxnSpPr>
              <a:cxnSpLocks/>
              <a:stCxn id="93" idx="3"/>
              <a:endCxn id="67" idx="1"/>
            </p:cNvCxnSpPr>
            <p:nvPr/>
          </p:nvCxnSpPr>
          <p:spPr>
            <a:xfrm>
              <a:off x="4562320" y="6154657"/>
              <a:ext cx="731735" cy="0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B1DCCA3E-734A-D8EB-4E67-52A180C3ABCB}"/>
                </a:ext>
              </a:extLst>
            </p:cNvPr>
            <p:cNvSpPr/>
            <p:nvPr/>
          </p:nvSpPr>
          <p:spPr>
            <a:xfrm>
              <a:off x="2768542" y="5978346"/>
              <a:ext cx="820441" cy="35262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buClr>
                  <a:schemeClr val="bg1"/>
                </a:buClr>
              </a:pPr>
              <a:r>
                <a:rPr lang="en-US" altLang="ja-JP" sz="1100" dirty="0"/>
                <a:t>Current</a:t>
              </a:r>
              <a:br>
                <a:rPr lang="en-US" altLang="ja-JP" sz="1100" dirty="0"/>
              </a:br>
              <a:r>
                <a:rPr lang="en-US" altLang="ja-JP" sz="1100" dirty="0"/>
                <a:t>Source</a:t>
              </a:r>
              <a:endParaRPr lang="ja-JP" altLang="en-US" sz="1100" dirty="0"/>
            </a:p>
          </p:txBody>
        </p:sp>
        <p:cxnSp>
          <p:nvCxnSpPr>
            <p:cNvPr id="152" name="直線矢印コネクタ 151">
              <a:extLst>
                <a:ext uri="{FF2B5EF4-FFF2-40B4-BE49-F238E27FC236}">
                  <a16:creationId xmlns:a16="http://schemas.microsoft.com/office/drawing/2014/main" id="{D26082CF-6240-65A8-5CAC-5CC1ADF3784A}"/>
                </a:ext>
              </a:extLst>
            </p:cNvPr>
            <p:cNvCxnSpPr>
              <a:cxnSpLocks/>
              <a:stCxn id="126" idx="0"/>
              <a:endCxn id="70" idx="2"/>
            </p:cNvCxnSpPr>
            <p:nvPr/>
          </p:nvCxnSpPr>
          <p:spPr>
            <a:xfrm flipV="1">
              <a:off x="3178763" y="5522955"/>
              <a:ext cx="0" cy="455391"/>
            </a:xfrm>
            <a:prstGeom prst="straightConnector1">
              <a:avLst/>
            </a:prstGeom>
            <a:ln w="22225">
              <a:headEnd type="none" w="lg" len="lg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テキスト ボックス 154">
              <a:extLst>
                <a:ext uri="{FF2B5EF4-FFF2-40B4-BE49-F238E27FC236}">
                  <a16:creationId xmlns:a16="http://schemas.microsoft.com/office/drawing/2014/main" id="{E86B9204-E0BF-D575-5636-BFB5C288B3A2}"/>
                </a:ext>
              </a:extLst>
            </p:cNvPr>
            <p:cNvSpPr txBox="1"/>
            <p:nvPr/>
          </p:nvSpPr>
          <p:spPr>
            <a:xfrm>
              <a:off x="3140841" y="5523657"/>
              <a:ext cx="12521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kumimoji="1" lang="en-US" altLang="ja-JP" sz="1200" b="1" dirty="0"/>
                <a:t>Center</a:t>
              </a:r>
              <a:br>
                <a:rPr kumimoji="1" lang="en-US" altLang="ja-JP" sz="1200" b="1" dirty="0"/>
              </a:br>
              <a:r>
                <a:rPr kumimoji="1" lang="en-US" altLang="ja-JP" sz="1200" b="1" dirty="0"/>
                <a:t>Frequency</a:t>
              </a:r>
              <a:endParaRPr kumimoji="1" lang="ja-JP" altLang="en-US" sz="1200" b="1" dirty="0" err="1"/>
            </a:p>
          </p:txBody>
        </p:sp>
      </p:grpSp>
      <p:grpSp>
        <p:nvGrpSpPr>
          <p:cNvPr id="195" name="グループ化 194">
            <a:extLst>
              <a:ext uri="{FF2B5EF4-FFF2-40B4-BE49-F238E27FC236}">
                <a16:creationId xmlns:a16="http://schemas.microsoft.com/office/drawing/2014/main" id="{DAD10B46-1394-3427-8021-AB60E3D3BCDE}"/>
              </a:ext>
            </a:extLst>
          </p:cNvPr>
          <p:cNvGrpSpPr/>
          <p:nvPr/>
        </p:nvGrpSpPr>
        <p:grpSpPr>
          <a:xfrm>
            <a:off x="300037" y="1236592"/>
            <a:ext cx="5541299" cy="2509660"/>
            <a:chOff x="300037" y="1236592"/>
            <a:chExt cx="5541299" cy="2509660"/>
          </a:xfrm>
        </p:grpSpPr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23D5B0C3-EA72-E575-7EC3-241D237E703E}"/>
                </a:ext>
              </a:extLst>
            </p:cNvPr>
            <p:cNvSpPr txBox="1"/>
            <p:nvPr/>
          </p:nvSpPr>
          <p:spPr>
            <a:xfrm>
              <a:off x="1558352" y="1236592"/>
              <a:ext cx="361565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000" b="1" dirty="0"/>
                <a:t>Clock multiplier mode</a:t>
              </a:r>
              <a:endParaRPr kumimoji="1" lang="ja-JP" altLang="en-US" sz="2000" b="1" dirty="0" err="1"/>
            </a:p>
          </p:txBody>
        </p:sp>
        <p:grpSp>
          <p:nvGrpSpPr>
            <p:cNvPr id="190" name="グループ化 189">
              <a:extLst>
                <a:ext uri="{FF2B5EF4-FFF2-40B4-BE49-F238E27FC236}">
                  <a16:creationId xmlns:a16="http://schemas.microsoft.com/office/drawing/2014/main" id="{9BC7EA2C-1341-5085-C7AC-2169C6FCB83E}"/>
                </a:ext>
              </a:extLst>
            </p:cNvPr>
            <p:cNvGrpSpPr/>
            <p:nvPr/>
          </p:nvGrpSpPr>
          <p:grpSpPr>
            <a:xfrm>
              <a:off x="300037" y="1665375"/>
              <a:ext cx="5541299" cy="2080877"/>
              <a:chOff x="300037" y="1870134"/>
              <a:chExt cx="5541299" cy="2080877"/>
            </a:xfrm>
          </p:grpSpPr>
          <p:sp>
            <p:nvSpPr>
              <p:cNvPr id="7" name="正方形/長方形 6">
                <a:extLst>
                  <a:ext uri="{FF2B5EF4-FFF2-40B4-BE49-F238E27FC236}">
                    <a16:creationId xmlns:a16="http://schemas.microsoft.com/office/drawing/2014/main" id="{5C231CA1-68F8-1CC7-479C-9E3F46BF0222}"/>
                  </a:ext>
                </a:extLst>
              </p:cNvPr>
              <p:cNvSpPr/>
              <p:nvPr/>
            </p:nvSpPr>
            <p:spPr>
              <a:xfrm>
                <a:off x="1548241" y="1870134"/>
                <a:ext cx="3267429" cy="1410886"/>
              </a:xfrm>
              <a:prstGeom prst="rect">
                <a:avLst/>
              </a:prstGeom>
              <a:solidFill>
                <a:schemeClr val="accent1">
                  <a:lumMod val="25000"/>
                  <a:lumOff val="75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endParaRPr kumimoji="1" lang="ja-JP" altLang="en-US" sz="1200" dirty="0" err="1"/>
              </a:p>
            </p:txBody>
          </p:sp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B9C9A329-1E0F-1809-099C-0ABF5EB7C300}"/>
                  </a:ext>
                </a:extLst>
              </p:cNvPr>
              <p:cNvSpPr/>
              <p:nvPr/>
            </p:nvSpPr>
            <p:spPr>
              <a:xfrm>
                <a:off x="5294055" y="2801263"/>
                <a:ext cx="54728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CPU</a:t>
                </a:r>
                <a:endParaRPr kumimoji="1" lang="ja-JP" altLang="en-US" sz="1200" dirty="0"/>
              </a:p>
            </p:txBody>
          </p:sp>
          <p:sp>
            <p:nvSpPr>
              <p:cNvPr id="6" name="正方形/長方形 5">
                <a:extLst>
                  <a:ext uri="{FF2B5EF4-FFF2-40B4-BE49-F238E27FC236}">
                    <a16:creationId xmlns:a16="http://schemas.microsoft.com/office/drawing/2014/main" id="{E4B2F23D-2729-0C3E-224A-48C57C7922BE}"/>
                  </a:ext>
                </a:extLst>
              </p:cNvPr>
              <p:cNvSpPr/>
              <p:nvPr/>
            </p:nvSpPr>
            <p:spPr>
              <a:xfrm>
                <a:off x="1787266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PFD</a:t>
                </a: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F63D841C-B540-62DB-3FC8-DCA442A63658}"/>
                  </a:ext>
                </a:extLst>
              </p:cNvPr>
              <p:cNvSpPr txBox="1"/>
              <p:nvPr/>
            </p:nvSpPr>
            <p:spPr>
              <a:xfrm>
                <a:off x="2913829" y="1881959"/>
                <a:ext cx="529868" cy="2426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200" b="1" dirty="0"/>
                  <a:t>PLL</a:t>
                </a:r>
                <a:endParaRPr kumimoji="1" lang="ja-JP" altLang="en-US" sz="1200" b="1" dirty="0" err="1"/>
              </a:p>
            </p:txBody>
          </p:sp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4036B152-A2C0-471C-03E4-670628769B80}"/>
                  </a:ext>
                </a:extLst>
              </p:cNvPr>
              <p:cNvSpPr/>
              <p:nvPr/>
            </p:nvSpPr>
            <p:spPr>
              <a:xfrm>
                <a:off x="2762191" y="280126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VCO</a:t>
                </a:r>
                <a:endParaRPr lang="ja-JP" altLang="en-US" sz="1100" dirty="0"/>
              </a:p>
            </p:txBody>
          </p:sp>
          <p:sp>
            <p:nvSpPr>
              <p:cNvPr id="10" name="正方形/長方形 9">
                <a:extLst>
                  <a:ext uri="{FF2B5EF4-FFF2-40B4-BE49-F238E27FC236}">
                    <a16:creationId xmlns:a16="http://schemas.microsoft.com/office/drawing/2014/main" id="{1B133EF2-5652-10C7-C8D9-F3C0A0DFDC92}"/>
                  </a:ext>
                </a:extLst>
              </p:cNvPr>
              <p:cNvSpPr/>
              <p:nvPr/>
            </p:nvSpPr>
            <p:spPr>
              <a:xfrm>
                <a:off x="300037" y="222120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Crystal</a:t>
                </a:r>
                <a:br>
                  <a:rPr kumimoji="1" lang="en-US" altLang="ja-JP" sz="1200" dirty="0"/>
                </a:br>
                <a:r>
                  <a:rPr kumimoji="1" lang="en-US" altLang="ja-JP" sz="1200" dirty="0"/>
                  <a:t>Oscillator</a:t>
                </a:r>
                <a:endParaRPr kumimoji="1" lang="ja-JP" altLang="en-US" sz="1200" dirty="0"/>
              </a:p>
            </p:txBody>
          </p:sp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240BA82F-C4E9-8362-79A3-D76081C69AFC}"/>
                  </a:ext>
                </a:extLst>
              </p:cNvPr>
              <p:cNvSpPr/>
              <p:nvPr/>
            </p:nvSpPr>
            <p:spPr>
              <a:xfrm>
                <a:off x="2762192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Charge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pump</a:t>
                </a:r>
                <a:endParaRPr kumimoji="1" lang="ja-JP" altLang="en-US" sz="1100" dirty="0"/>
              </a:p>
            </p:txBody>
          </p:sp>
          <p:sp>
            <p:nvSpPr>
              <p:cNvPr id="12" name="正方形/長方形 11">
                <a:extLst>
                  <a:ext uri="{FF2B5EF4-FFF2-40B4-BE49-F238E27FC236}">
                    <a16:creationId xmlns:a16="http://schemas.microsoft.com/office/drawing/2014/main" id="{1D5F9D42-7396-1EC9-5C4B-10555362418A}"/>
                  </a:ext>
                </a:extLst>
              </p:cNvPr>
              <p:cNvSpPr/>
              <p:nvPr/>
            </p:nvSpPr>
            <p:spPr>
              <a:xfrm>
                <a:off x="3741880" y="2222954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Loop</a:t>
                </a:r>
                <a:br>
                  <a:rPr kumimoji="1" lang="en-US" altLang="ja-JP" sz="1100" dirty="0"/>
                </a:br>
                <a:r>
                  <a:rPr kumimoji="1" lang="en-US" altLang="ja-JP" sz="1100" dirty="0"/>
                  <a:t>Filter</a:t>
                </a:r>
                <a:endParaRPr kumimoji="1" lang="ja-JP" altLang="en-US" sz="1100" dirty="0"/>
              </a:p>
            </p:txBody>
          </p:sp>
          <p:sp>
            <p:nvSpPr>
              <p:cNvPr id="13" name="正方形/長方形 12">
                <a:extLst>
                  <a:ext uri="{FF2B5EF4-FFF2-40B4-BE49-F238E27FC236}">
                    <a16:creationId xmlns:a16="http://schemas.microsoft.com/office/drawing/2014/main" id="{976B84E9-6250-D8B6-BF75-C91300816F13}"/>
                  </a:ext>
                </a:extLst>
              </p:cNvPr>
              <p:cNvSpPr/>
              <p:nvPr/>
            </p:nvSpPr>
            <p:spPr>
              <a:xfrm>
                <a:off x="1787266" y="2801263"/>
                <a:ext cx="72026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200" dirty="0"/>
                  <a:t>Divider</a:t>
                </a:r>
                <a:endParaRPr kumimoji="1" lang="ja-JP" altLang="en-US" sz="1200" dirty="0"/>
              </a:p>
            </p:txBody>
          </p:sp>
          <p:cxnSp>
            <p:nvCxnSpPr>
              <p:cNvPr id="15" name="直線矢印コネクタ 14">
                <a:extLst>
                  <a:ext uri="{FF2B5EF4-FFF2-40B4-BE49-F238E27FC236}">
                    <a16:creationId xmlns:a16="http://schemas.microsoft.com/office/drawing/2014/main" id="{3D663EC1-D4A8-F8D4-CC6B-2B4F7E7E1665}"/>
                  </a:ext>
                </a:extLst>
              </p:cNvPr>
              <p:cNvCxnSpPr>
                <a:cxnSpLocks/>
                <a:stCxn id="6" idx="3"/>
                <a:endCxn id="11" idx="1"/>
              </p:cNvCxnSpPr>
              <p:nvPr/>
            </p:nvCxnSpPr>
            <p:spPr>
              <a:xfrm>
                <a:off x="2607707" y="2399265"/>
                <a:ext cx="154485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D1F407D7-2383-A11B-207F-24352F0E5C6A}"/>
                  </a:ext>
                </a:extLst>
              </p:cNvPr>
              <p:cNvCxnSpPr>
                <a:cxnSpLocks/>
                <a:stCxn id="11" idx="3"/>
                <a:endCxn id="12" idx="1"/>
              </p:cNvCxnSpPr>
              <p:nvPr/>
            </p:nvCxnSpPr>
            <p:spPr>
              <a:xfrm>
                <a:off x="3582633" y="2399265"/>
                <a:ext cx="159247" cy="0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矢印コネクタ 21">
                <a:extLst>
                  <a:ext uri="{FF2B5EF4-FFF2-40B4-BE49-F238E27FC236}">
                    <a16:creationId xmlns:a16="http://schemas.microsoft.com/office/drawing/2014/main" id="{81021C49-ECCF-BDB8-953A-82490EAF7702}"/>
                  </a:ext>
                </a:extLst>
              </p:cNvPr>
              <p:cNvCxnSpPr>
                <a:cxnSpLocks/>
                <a:stCxn id="9" idx="1"/>
                <a:endCxn id="13" idx="3"/>
              </p:cNvCxnSpPr>
              <p:nvPr/>
            </p:nvCxnSpPr>
            <p:spPr>
              <a:xfrm flipH="1" flipV="1">
                <a:off x="2507527" y="2977574"/>
                <a:ext cx="254664" cy="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8662A64E-62BD-50A7-B4D7-5681D3B948E1}"/>
                  </a:ext>
                </a:extLst>
              </p:cNvPr>
              <p:cNvSpPr txBox="1"/>
              <p:nvPr/>
            </p:nvSpPr>
            <p:spPr>
              <a:xfrm>
                <a:off x="4852854" y="3185054"/>
                <a:ext cx="684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80MH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  <p:cxnSp>
            <p:nvCxnSpPr>
              <p:cNvPr id="43" name="直線矢印コネクタ 42">
                <a:extLst>
                  <a:ext uri="{FF2B5EF4-FFF2-40B4-BE49-F238E27FC236}">
                    <a16:creationId xmlns:a16="http://schemas.microsoft.com/office/drawing/2014/main" id="{39AE72BE-8B47-FAD4-AA22-D1CD74AD5904}"/>
                  </a:ext>
                </a:extLst>
              </p:cNvPr>
              <p:cNvCxnSpPr>
                <a:cxnSpLocks/>
                <a:stCxn id="13" idx="0"/>
              </p:cNvCxnSpPr>
              <p:nvPr/>
            </p:nvCxnSpPr>
            <p:spPr>
              <a:xfrm flipV="1">
                <a:off x="2147397" y="2571082"/>
                <a:ext cx="0" cy="23018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線矢印コネクタ 46">
                <a:extLst>
                  <a:ext uri="{FF2B5EF4-FFF2-40B4-BE49-F238E27FC236}">
                    <a16:creationId xmlns:a16="http://schemas.microsoft.com/office/drawing/2014/main" id="{72F09EF5-302C-8EA9-A285-E01A648B8921}"/>
                  </a:ext>
                </a:extLst>
              </p:cNvPr>
              <p:cNvCxnSpPr>
                <a:cxnSpLocks/>
                <a:stCxn id="12" idx="2"/>
                <a:endCxn id="160" idx="0"/>
              </p:cNvCxnSpPr>
              <p:nvPr/>
            </p:nvCxnSpPr>
            <p:spPr>
              <a:xfrm flipH="1">
                <a:off x="4147337" y="2575576"/>
                <a:ext cx="4764" cy="230181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線矢印コネクタ 54">
                <a:extLst>
                  <a:ext uri="{FF2B5EF4-FFF2-40B4-BE49-F238E27FC236}">
                    <a16:creationId xmlns:a16="http://schemas.microsoft.com/office/drawing/2014/main" id="{C0725C30-592D-7548-C5A0-7A4A4EC430D4}"/>
                  </a:ext>
                </a:extLst>
              </p:cNvPr>
              <p:cNvCxnSpPr>
                <a:cxnSpLocks/>
                <a:stCxn id="10" idx="3"/>
                <a:endCxn id="6" idx="1"/>
              </p:cNvCxnSpPr>
              <p:nvPr/>
            </p:nvCxnSpPr>
            <p:spPr>
              <a:xfrm>
                <a:off x="1120478" y="2397518"/>
                <a:ext cx="666788" cy="1747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2" name="直線矢印コネクタ 161">
                <a:extLst>
                  <a:ext uri="{FF2B5EF4-FFF2-40B4-BE49-F238E27FC236}">
                    <a16:creationId xmlns:a16="http://schemas.microsoft.com/office/drawing/2014/main" id="{8D0DBBE5-5F12-0A08-BD51-9ED4A724DAA0}"/>
                  </a:ext>
                </a:extLst>
              </p:cNvPr>
              <p:cNvCxnSpPr>
                <a:cxnSpLocks/>
                <a:stCxn id="160" idx="1"/>
                <a:endCxn id="9" idx="3"/>
              </p:cNvCxnSpPr>
              <p:nvPr/>
            </p:nvCxnSpPr>
            <p:spPr>
              <a:xfrm flipH="1" flipV="1">
                <a:off x="3582632" y="2977575"/>
                <a:ext cx="154484" cy="4493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0" name="正方形/長方形 159">
                <a:extLst>
                  <a:ext uri="{FF2B5EF4-FFF2-40B4-BE49-F238E27FC236}">
                    <a16:creationId xmlns:a16="http://schemas.microsoft.com/office/drawing/2014/main" id="{49DDC134-FAD1-C737-BBEE-7793C26034BA}"/>
                  </a:ext>
                </a:extLst>
              </p:cNvPr>
              <p:cNvSpPr/>
              <p:nvPr/>
            </p:nvSpPr>
            <p:spPr>
              <a:xfrm>
                <a:off x="3737116" y="2805757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kumimoji="1" lang="en-US" altLang="ja-JP" sz="1100" dirty="0"/>
                  <a:t>Buffer</a:t>
                </a:r>
                <a:endParaRPr kumimoji="1" lang="ja-JP" altLang="en-US" sz="1100" dirty="0"/>
              </a:p>
            </p:txBody>
          </p:sp>
          <p:cxnSp>
            <p:nvCxnSpPr>
              <p:cNvPr id="169" name="コネクタ: カギ線 168">
                <a:extLst>
                  <a:ext uri="{FF2B5EF4-FFF2-40B4-BE49-F238E27FC236}">
                    <a16:creationId xmlns:a16="http://schemas.microsoft.com/office/drawing/2014/main" id="{D594D7D7-7BBB-0CFE-6B96-2D187F73D862}"/>
                  </a:ext>
                </a:extLst>
              </p:cNvPr>
              <p:cNvCxnSpPr>
                <a:cxnSpLocks/>
                <a:stCxn id="13" idx="3"/>
                <a:endCxn id="5" idx="2"/>
              </p:cNvCxnSpPr>
              <p:nvPr/>
            </p:nvCxnSpPr>
            <p:spPr>
              <a:xfrm>
                <a:off x="2507527" y="2977574"/>
                <a:ext cx="3060169" cy="176311"/>
              </a:xfrm>
              <a:prstGeom prst="bentConnector4">
                <a:avLst>
                  <a:gd name="adj1" fmla="val 5688"/>
                  <a:gd name="adj2" fmla="val 604223"/>
                </a:avLst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正方形/長方形 175">
                <a:extLst>
                  <a:ext uri="{FF2B5EF4-FFF2-40B4-BE49-F238E27FC236}">
                    <a16:creationId xmlns:a16="http://schemas.microsoft.com/office/drawing/2014/main" id="{6333F0E6-DB5E-4EBA-B471-C6AFAB898038}"/>
                  </a:ext>
                </a:extLst>
              </p:cNvPr>
              <p:cNvSpPr/>
              <p:nvPr/>
            </p:nvSpPr>
            <p:spPr>
              <a:xfrm>
                <a:off x="2762191" y="3598389"/>
                <a:ext cx="820441" cy="352622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buClr>
                    <a:schemeClr val="bg1"/>
                  </a:buClr>
                </a:pPr>
                <a:r>
                  <a:rPr lang="en-US" altLang="ja-JP" sz="1100" dirty="0"/>
                  <a:t>Current</a:t>
                </a:r>
                <a:br>
                  <a:rPr lang="en-US" altLang="ja-JP" sz="1100" dirty="0"/>
                </a:br>
                <a:r>
                  <a:rPr lang="en-US" altLang="ja-JP" sz="1100" dirty="0"/>
                  <a:t>Source</a:t>
                </a:r>
                <a:endParaRPr lang="ja-JP" altLang="en-US" sz="1100" dirty="0"/>
              </a:p>
            </p:txBody>
          </p:sp>
          <p:sp>
            <p:nvSpPr>
              <p:cNvPr id="177" name="テキスト ボックス 176">
                <a:extLst>
                  <a:ext uri="{FF2B5EF4-FFF2-40B4-BE49-F238E27FC236}">
                    <a16:creationId xmlns:a16="http://schemas.microsoft.com/office/drawing/2014/main" id="{2C2CB439-72C8-C613-168B-F2202D41AA5F}"/>
                  </a:ext>
                </a:extLst>
              </p:cNvPr>
              <p:cNvSpPr txBox="1"/>
              <p:nvPr/>
            </p:nvSpPr>
            <p:spPr>
              <a:xfrm>
                <a:off x="3172411" y="3141868"/>
                <a:ext cx="125212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Center</a:t>
                </a:r>
                <a:br>
                  <a:rPr kumimoji="1" lang="en-US" altLang="ja-JP" sz="1200" b="1" dirty="0"/>
                </a:br>
                <a:r>
                  <a:rPr kumimoji="1" lang="en-US" altLang="ja-JP" sz="1200" b="1" dirty="0"/>
                  <a:t>Frequency</a:t>
                </a:r>
                <a:endParaRPr kumimoji="1" lang="ja-JP" altLang="en-US" sz="1200" b="1" dirty="0" err="1"/>
              </a:p>
            </p:txBody>
          </p:sp>
          <p:cxnSp>
            <p:nvCxnSpPr>
              <p:cNvPr id="178" name="直線矢印コネクタ 177">
                <a:extLst>
                  <a:ext uri="{FF2B5EF4-FFF2-40B4-BE49-F238E27FC236}">
                    <a16:creationId xmlns:a16="http://schemas.microsoft.com/office/drawing/2014/main" id="{D8D9BCA0-0BCC-4457-F224-12160AF21215}"/>
                  </a:ext>
                </a:extLst>
              </p:cNvPr>
              <p:cNvCxnSpPr>
                <a:cxnSpLocks/>
                <a:stCxn id="176" idx="0"/>
                <a:endCxn id="9" idx="2"/>
              </p:cNvCxnSpPr>
              <p:nvPr/>
            </p:nvCxnSpPr>
            <p:spPr>
              <a:xfrm flipV="1">
                <a:off x="3172412" y="3153886"/>
                <a:ext cx="0" cy="444503"/>
              </a:xfrm>
              <a:prstGeom prst="straightConnector1">
                <a:avLst/>
              </a:prstGeom>
              <a:ln w="22225">
                <a:headEnd type="none" w="lg" len="lg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4" name="テキスト ボックス 193">
                <a:extLst>
                  <a:ext uri="{FF2B5EF4-FFF2-40B4-BE49-F238E27FC236}">
                    <a16:creationId xmlns:a16="http://schemas.microsoft.com/office/drawing/2014/main" id="{B186E26D-6E91-7DD9-4638-05C1A2014DD1}"/>
                  </a:ext>
                </a:extLst>
              </p:cNvPr>
              <p:cNvSpPr txBox="1"/>
              <p:nvPr/>
            </p:nvSpPr>
            <p:spPr>
              <a:xfrm>
                <a:off x="1095862" y="2054912"/>
                <a:ext cx="6841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kumimoji="1" lang="en-US" altLang="ja-JP" sz="1200" b="1" dirty="0"/>
                  <a:t>10MH</a:t>
                </a:r>
                <a:r>
                  <a:rPr kumimoji="1" lang="en-US" altLang="ja-JP" sz="1400" b="1" dirty="0"/>
                  <a:t>z</a:t>
                </a:r>
                <a:endParaRPr kumimoji="1" lang="ja-JP" altLang="en-US" sz="1400" b="1" dirty="0" err="1"/>
              </a:p>
            </p:txBody>
          </p:sp>
        </p:grpSp>
      </p:grpSp>
      <p:sp>
        <p:nvSpPr>
          <p:cNvPr id="191" name="テキスト ボックス 190">
            <a:extLst>
              <a:ext uri="{FF2B5EF4-FFF2-40B4-BE49-F238E27FC236}">
                <a16:creationId xmlns:a16="http://schemas.microsoft.com/office/drawing/2014/main" id="{27BC560B-2C8B-5D39-7EAB-DAB6D6589673}"/>
              </a:ext>
            </a:extLst>
          </p:cNvPr>
          <p:cNvSpPr txBox="1"/>
          <p:nvPr/>
        </p:nvSpPr>
        <p:spPr>
          <a:xfrm>
            <a:off x="1558352" y="4146546"/>
            <a:ext cx="3615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FM demodulator mode</a:t>
            </a:r>
            <a:endParaRPr kumimoji="1" lang="ja-JP" altLang="en-US" sz="2000" b="1" dirty="0" err="1"/>
          </a:p>
        </p:txBody>
      </p:sp>
      <p:cxnSp>
        <p:nvCxnSpPr>
          <p:cNvPr id="193" name="直線コネクタ 192">
            <a:extLst>
              <a:ext uri="{FF2B5EF4-FFF2-40B4-BE49-F238E27FC236}">
                <a16:creationId xmlns:a16="http://schemas.microsoft.com/office/drawing/2014/main" id="{DD158E4E-BDD1-A7A1-2D11-35D605C31893}"/>
              </a:ext>
            </a:extLst>
          </p:cNvPr>
          <p:cNvCxnSpPr/>
          <p:nvPr/>
        </p:nvCxnSpPr>
        <p:spPr>
          <a:xfrm flipH="1">
            <a:off x="282804" y="4038600"/>
            <a:ext cx="5558532" cy="0"/>
          </a:xfrm>
          <a:prstGeom prst="line">
            <a:avLst/>
          </a:prstGeom>
          <a:ln w="19050" cap="flat" cmpd="sng" algn="ctr">
            <a:solidFill>
              <a:schemeClr val="tx2">
                <a:lumMod val="20000"/>
                <a:lumOff val="8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6520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FA44D5BC-A23A-00B0-769D-4F747F86B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Block diagram - Clock multiplier mode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grpSp>
        <p:nvGrpSpPr>
          <p:cNvPr id="58" name="グループ化 57">
            <a:extLst>
              <a:ext uri="{FF2B5EF4-FFF2-40B4-BE49-F238E27FC236}">
                <a16:creationId xmlns:a16="http://schemas.microsoft.com/office/drawing/2014/main" id="{C815B160-C694-B7BB-59D8-80550C14EF43}"/>
              </a:ext>
            </a:extLst>
          </p:cNvPr>
          <p:cNvGrpSpPr/>
          <p:nvPr/>
        </p:nvGrpSpPr>
        <p:grpSpPr>
          <a:xfrm>
            <a:off x="861794" y="1481138"/>
            <a:ext cx="10468412" cy="5208587"/>
            <a:chOff x="1549400" y="1481138"/>
            <a:chExt cx="10468412" cy="5208587"/>
          </a:xfrm>
        </p:grpSpPr>
        <p:sp>
          <p:nvSpPr>
            <p:cNvPr id="4" name="Rectangle 485">
              <a:extLst>
                <a:ext uri="{FF2B5EF4-FFF2-40B4-BE49-F238E27FC236}">
                  <a16:creationId xmlns:a16="http://schemas.microsoft.com/office/drawing/2014/main" id="{8E17A2C9-8285-541D-A4E7-A6308A77F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3125" y="4813300"/>
              <a:ext cx="692150" cy="1020763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5" name="Rectangle 485">
              <a:extLst>
                <a:ext uri="{FF2B5EF4-FFF2-40B4-BE49-F238E27FC236}">
                  <a16:creationId xmlns:a16="http://schemas.microsoft.com/office/drawing/2014/main" id="{8A19E09C-0CA2-0DF3-C7C7-71571CAA3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01531" y="2066925"/>
              <a:ext cx="2533643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6" name="Text Box 42">
              <a:extLst>
                <a:ext uri="{FF2B5EF4-FFF2-40B4-BE49-F238E27FC236}">
                  <a16:creationId xmlns:a16="http://schemas.microsoft.com/office/drawing/2014/main" id="{CAA16CE6-B060-D4A6-8FA5-E675EAF851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4237" y="1727200"/>
              <a:ext cx="628650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VCO</a:t>
              </a:r>
            </a:p>
          </p:txBody>
        </p:sp>
        <p:sp>
          <p:nvSpPr>
            <p:cNvPr id="7" name="Rectangle 485">
              <a:extLst>
                <a:ext uri="{FF2B5EF4-FFF2-40B4-BE49-F238E27FC236}">
                  <a16:creationId xmlns:a16="http://schemas.microsoft.com/office/drawing/2014/main" id="{C1D72A0E-E3C0-EDFC-9266-40313D46C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4663" y="2079625"/>
              <a:ext cx="2284412" cy="2298700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8" name="Rectangle 485">
              <a:extLst>
                <a:ext uri="{FF2B5EF4-FFF2-40B4-BE49-F238E27FC236}">
                  <a16:creationId xmlns:a16="http://schemas.microsoft.com/office/drawing/2014/main" id="{E2D8B1D2-AE55-C3F9-D9FA-066B54DF4D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1675" y="2079625"/>
              <a:ext cx="727075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9" name="Rectangle 485">
              <a:extLst>
                <a:ext uri="{FF2B5EF4-FFF2-40B4-BE49-F238E27FC236}">
                  <a16:creationId xmlns:a16="http://schemas.microsoft.com/office/drawing/2014/main" id="{7B8826BA-54FD-E5B5-0104-99B978E01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57463" y="2079625"/>
              <a:ext cx="1598612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cxnSp>
          <p:nvCxnSpPr>
            <p:cNvPr id="2060" name="Straight Connector 19">
              <a:extLst>
                <a:ext uri="{FF2B5EF4-FFF2-40B4-BE49-F238E27FC236}">
                  <a16:creationId xmlns:a16="http://schemas.microsoft.com/office/drawing/2014/main" id="{AD6C69FD-6CB3-E42C-FDC4-60527FA5B320}"/>
                </a:ext>
              </a:extLst>
            </p:cNvPr>
            <p:cNvCxnSpPr>
              <a:cxnSpLocks noChangeShapeType="1"/>
              <a:stCxn id="2141" idx="2"/>
              <a:endCxn id="2136" idx="0"/>
            </p:cNvCxnSpPr>
            <p:nvPr/>
          </p:nvCxnSpPr>
          <p:spPr bwMode="auto">
            <a:xfrm flipV="1">
              <a:off x="4265417" y="2641683"/>
              <a:ext cx="153176" cy="2684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1" name="Line 341">
              <a:extLst>
                <a:ext uri="{FF2B5EF4-FFF2-40B4-BE49-F238E27FC236}">
                  <a16:creationId xmlns:a16="http://schemas.microsoft.com/office/drawing/2014/main" id="{10EE63AF-E50E-DDC8-4B47-7D2AF6551DAC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3385775" y="2551183"/>
              <a:ext cx="0" cy="1825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62" name="TextBox 2">
              <a:extLst>
                <a:ext uri="{FF2B5EF4-FFF2-40B4-BE49-F238E27FC236}">
                  <a16:creationId xmlns:a16="http://schemas.microsoft.com/office/drawing/2014/main" id="{5076CE53-5F56-6B10-70C3-14E3A1032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80820" y="2725627"/>
              <a:ext cx="304837" cy="523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-</a:t>
              </a:r>
            </a:p>
          </p:txBody>
        </p:sp>
        <p:sp>
          <p:nvSpPr>
            <p:cNvPr id="2063" name="Oval 339">
              <a:extLst>
                <a:ext uri="{FF2B5EF4-FFF2-40B4-BE49-F238E27FC236}">
                  <a16:creationId xmlns:a16="http://schemas.microsoft.com/office/drawing/2014/main" id="{9C4AED35-290D-754D-1380-F5F66BA90BC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746004" y="2366987"/>
              <a:ext cx="549282" cy="54936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64" name="Line 340">
              <a:extLst>
                <a:ext uri="{FF2B5EF4-FFF2-40B4-BE49-F238E27FC236}">
                  <a16:creationId xmlns:a16="http://schemas.microsoft.com/office/drawing/2014/main" id="{009F5F9B-984A-2964-D5F4-950D32BA05F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653928" y="2551183"/>
              <a:ext cx="0" cy="1825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65" name="Text Box 346">
              <a:extLst>
                <a:ext uri="{FF2B5EF4-FFF2-40B4-BE49-F238E27FC236}">
                  <a16:creationId xmlns:a16="http://schemas.microsoft.com/office/drawing/2014/main" id="{B4558F0A-5E98-3B4D-4792-4D07B5214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2793179" y="2339779"/>
              <a:ext cx="450856" cy="64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/>
                <a:t>+</a:t>
              </a:r>
            </a:p>
          </p:txBody>
        </p:sp>
        <p:sp>
          <p:nvSpPr>
            <p:cNvPr id="2066" name="Freeform 357">
              <a:extLst>
                <a:ext uri="{FF2B5EF4-FFF2-40B4-BE49-F238E27FC236}">
                  <a16:creationId xmlns:a16="http://schemas.microsoft.com/office/drawing/2014/main" id="{3DB0B748-2EFF-0DCA-BC6A-4FEC2D98CAF2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2563439" y="2641672"/>
              <a:ext cx="914412" cy="457279"/>
            </a:xfrm>
            <a:custGeom>
              <a:avLst/>
              <a:gdLst>
                <a:gd name="T0" fmla="*/ 0 w 576"/>
                <a:gd name="T1" fmla="*/ 725805000 h 288"/>
                <a:gd name="T2" fmla="*/ 725805000 w 576"/>
                <a:gd name="T3" fmla="*/ 0 h 288"/>
                <a:gd name="T4" fmla="*/ 1451610000 w 576"/>
                <a:gd name="T5" fmla="*/ 725805000 h 288"/>
                <a:gd name="T6" fmla="*/ 0 w 576"/>
                <a:gd name="T7" fmla="*/ 725805000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2067" name="Freeform 229">
              <a:extLst>
                <a:ext uri="{FF2B5EF4-FFF2-40B4-BE49-F238E27FC236}">
                  <a16:creationId xmlns:a16="http://schemas.microsoft.com/office/drawing/2014/main" id="{005C19B5-71E8-F21B-6E2C-6AADFE576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5125" y="2474913"/>
              <a:ext cx="534988" cy="330200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φin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068" name="直線矢印コネクタ 17">
              <a:extLst>
                <a:ext uri="{FF2B5EF4-FFF2-40B4-BE49-F238E27FC236}">
                  <a16:creationId xmlns:a16="http://schemas.microsoft.com/office/drawing/2014/main" id="{4DD0829E-A212-59D1-737D-08AE99C29D94}"/>
                </a:ext>
              </a:extLst>
            </p:cNvPr>
            <p:cNvCxnSpPr>
              <a:cxnSpLocks noChangeShapeType="1"/>
              <a:stCxn id="2067" idx="3"/>
              <a:endCxn id="2063" idx="6"/>
            </p:cNvCxnSpPr>
            <p:nvPr/>
          </p:nvCxnSpPr>
          <p:spPr bwMode="auto">
            <a:xfrm>
              <a:off x="2170783" y="2638467"/>
              <a:ext cx="575221" cy="320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069" name="グループ化 18">
              <a:extLst>
                <a:ext uri="{FF2B5EF4-FFF2-40B4-BE49-F238E27FC236}">
                  <a16:creationId xmlns:a16="http://schemas.microsoft.com/office/drawing/2014/main" id="{E1030C5D-0429-1951-B565-25E7CBE6BD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51005" y="2276004"/>
              <a:ext cx="914412" cy="733551"/>
              <a:chOff x="2744726" y="3298865"/>
              <a:chExt cx="914400" cy="733425"/>
            </a:xfrm>
          </p:grpSpPr>
          <p:grpSp>
            <p:nvGrpSpPr>
              <p:cNvPr id="2138" name="Group 864">
                <a:extLst>
                  <a:ext uri="{FF2B5EF4-FFF2-40B4-BE49-F238E27FC236}">
                    <a16:creationId xmlns:a16="http://schemas.microsoft.com/office/drawing/2014/main" id="{DD15F0CD-0BD0-84E0-A897-D2C1CD49BB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726" y="3298865"/>
                <a:ext cx="914400" cy="733425"/>
                <a:chOff x="1843" y="1698"/>
                <a:chExt cx="576" cy="462"/>
              </a:xfrm>
            </p:grpSpPr>
            <p:grpSp>
              <p:nvGrpSpPr>
                <p:cNvPr id="2140" name="Group 60">
                  <a:extLst>
                    <a:ext uri="{FF2B5EF4-FFF2-40B4-BE49-F238E27FC236}">
                      <a16:creationId xmlns:a16="http://schemas.microsoft.com/office/drawing/2014/main" id="{9AF6FFAA-AC91-6FE2-34DA-EE2A61C17A8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42" name="Line 55">
                    <a:extLst>
                      <a:ext uri="{FF2B5EF4-FFF2-40B4-BE49-F238E27FC236}">
                        <a16:creationId xmlns:a16="http://schemas.microsoft.com/office/drawing/2014/main" id="{1F82F3FA-37BC-DDB7-E353-7857211809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43" name="AutoShape 56">
                    <a:extLst>
                      <a:ext uri="{FF2B5EF4-FFF2-40B4-BE49-F238E27FC236}">
                        <a16:creationId xmlns:a16="http://schemas.microsoft.com/office/drawing/2014/main" id="{E7853F79-96A4-148F-98C0-485DF6E3BA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41" name="Freeform 863">
                  <a:extLst>
                    <a:ext uri="{FF2B5EF4-FFF2-40B4-BE49-F238E27FC236}">
                      <a16:creationId xmlns:a16="http://schemas.microsoft.com/office/drawing/2014/main" id="{7840A8EC-08AE-B446-64E8-D86429E776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2139" name="Text Box 42">
                <a:extLst>
                  <a:ext uri="{FF2B5EF4-FFF2-40B4-BE49-F238E27FC236}">
                    <a16:creationId xmlns:a16="http://schemas.microsoft.com/office/drawing/2014/main" id="{88A34F3A-1D08-18C7-DFC4-A3CE2CC68E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3150" y="3389808"/>
                <a:ext cx="308094" cy="523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cs typeface="Times New Roman" panose="02020603050405020304" pitchFamily="18" charset="0"/>
                  </a:rPr>
                  <a:t>1</a:t>
                </a:r>
                <a:br>
                  <a:rPr lang="en-US" altLang="en-US" sz="1400">
                    <a:cs typeface="Times New Roman" panose="02020603050405020304" pitchFamily="18" charset="0"/>
                  </a:rPr>
                </a:br>
                <a:r>
                  <a:rPr lang="en-US" altLang="ja-JP" sz="14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π</a:t>
                </a:r>
                <a:endParaRPr lang="en-US" altLang="en-US" sz="140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Text Box 42">
              <a:extLst>
                <a:ext uri="{FF2B5EF4-FFF2-40B4-BE49-F238E27FC236}">
                  <a16:creationId xmlns:a16="http://schemas.microsoft.com/office/drawing/2014/main" id="{BC5A717B-5638-1CC2-112D-322467F3D3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1925" y="2132013"/>
              <a:ext cx="620713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Duty</a:t>
              </a:r>
              <a:br>
                <a:rPr lang="en-US" altLang="en-US" sz="12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-1</a:t>
              </a:r>
              <a:r>
                <a:rPr lang="ja-JP" altLang="en-US" sz="1200" dirty="0">
                  <a:latin typeface="+mj-lt"/>
                  <a:cs typeface="Times New Roman" panose="02020603050405020304" pitchFamily="18" charset="0"/>
                </a:rPr>
                <a:t> </a:t>
              </a:r>
              <a:r>
                <a:rPr lang="en-US" altLang="ja-JP" sz="1200" dirty="0">
                  <a:latin typeface="+mj-lt"/>
                  <a:cs typeface="Times New Roman" panose="02020603050405020304" pitchFamily="18" charset="0"/>
                </a:rPr>
                <a:t>to 1</a:t>
              </a:r>
              <a:endParaRPr lang="en-US" altLang="en-US" sz="1200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2071" name="グループ化 20">
              <a:extLst>
                <a:ext uri="{FF2B5EF4-FFF2-40B4-BE49-F238E27FC236}">
                  <a16:creationId xmlns:a16="http://schemas.microsoft.com/office/drawing/2014/main" id="{4B7B0CD5-E547-15E1-A33A-3A7FB9DE0A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18593" y="2274907"/>
              <a:ext cx="914412" cy="733551"/>
              <a:chOff x="3940565" y="3304121"/>
              <a:chExt cx="914400" cy="733425"/>
            </a:xfrm>
          </p:grpSpPr>
          <p:grpSp>
            <p:nvGrpSpPr>
              <p:cNvPr id="2132" name="Group 864">
                <a:extLst>
                  <a:ext uri="{FF2B5EF4-FFF2-40B4-BE49-F238E27FC236}">
                    <a16:creationId xmlns:a16="http://schemas.microsoft.com/office/drawing/2014/main" id="{66AE247B-2C59-8CB5-722D-58A1F8677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34" name="Group 60">
                  <a:extLst>
                    <a:ext uri="{FF2B5EF4-FFF2-40B4-BE49-F238E27FC236}">
                      <a16:creationId xmlns:a16="http://schemas.microsoft.com/office/drawing/2014/main" id="{924A153C-CE3D-59BF-4EDA-BFAFB5DE33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36" name="Line 55">
                    <a:extLst>
                      <a:ext uri="{FF2B5EF4-FFF2-40B4-BE49-F238E27FC236}">
                        <a16:creationId xmlns:a16="http://schemas.microsoft.com/office/drawing/2014/main" id="{33C1D9D6-BF6C-AE05-B7F1-48F33C2AA9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37" name="AutoShape 56">
                    <a:extLst>
                      <a:ext uri="{FF2B5EF4-FFF2-40B4-BE49-F238E27FC236}">
                        <a16:creationId xmlns:a16="http://schemas.microsoft.com/office/drawing/2014/main" id="{D5DC36E7-C639-4B00-2880-A3AE92C8FB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35" name="Freeform 863">
                  <a:extLst>
                    <a:ext uri="{FF2B5EF4-FFF2-40B4-BE49-F238E27FC236}">
                      <a16:creationId xmlns:a16="http://schemas.microsoft.com/office/drawing/2014/main" id="{B56AB403-5213-84BF-4554-62097B2898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83" name="Text Box 42">
                <a:extLst>
                  <a:ext uri="{FF2B5EF4-FFF2-40B4-BE49-F238E27FC236}">
                    <a16:creationId xmlns:a16="http://schemas.microsoft.com/office/drawing/2014/main" id="{12933A38-C536-561A-B63A-AC79A9C8D6D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620" y="3496156"/>
                <a:ext cx="563556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Ibias</a:t>
                </a:r>
                <a:endParaRPr lang="en-US" altLang="en-US" sz="1600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72" name="グループ化 21">
              <a:extLst>
                <a:ext uri="{FF2B5EF4-FFF2-40B4-BE49-F238E27FC236}">
                  <a16:creationId xmlns:a16="http://schemas.microsoft.com/office/drawing/2014/main" id="{311B4E66-73D2-3815-9EF9-23784637CE6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61053" y="2279288"/>
              <a:ext cx="914412" cy="733551"/>
              <a:chOff x="5645385" y="3311463"/>
              <a:chExt cx="914400" cy="733425"/>
            </a:xfrm>
          </p:grpSpPr>
          <p:grpSp>
            <p:nvGrpSpPr>
              <p:cNvPr id="2126" name="Group 864">
                <a:extLst>
                  <a:ext uri="{FF2B5EF4-FFF2-40B4-BE49-F238E27FC236}">
                    <a16:creationId xmlns:a16="http://schemas.microsoft.com/office/drawing/2014/main" id="{D2D7ADBE-7F64-11D3-0E1B-1869A7F67C2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45385" y="3311463"/>
                <a:ext cx="914400" cy="733425"/>
                <a:chOff x="1843" y="1698"/>
                <a:chExt cx="576" cy="462"/>
              </a:xfrm>
            </p:grpSpPr>
            <p:sp>
              <p:nvSpPr>
                <p:cNvPr id="2131" name="AutoShape 56">
                  <a:extLst>
                    <a:ext uri="{FF2B5EF4-FFF2-40B4-BE49-F238E27FC236}">
                      <a16:creationId xmlns:a16="http://schemas.microsoft.com/office/drawing/2014/main" id="{76262B81-9408-6DAF-65DE-6F2F43FC0E6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rot="5400000">
                  <a:off x="1912" y="1768"/>
                  <a:ext cx="461" cy="322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vert="eaVert"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2129" name="Freeform 863">
                  <a:extLst>
                    <a:ext uri="{FF2B5EF4-FFF2-40B4-BE49-F238E27FC236}">
                      <a16:creationId xmlns:a16="http://schemas.microsoft.com/office/drawing/2014/main" id="{63EB9510-DBD9-D012-3884-B11410C3D85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77" name="Text Box 42">
                <a:extLst>
                  <a:ext uri="{FF2B5EF4-FFF2-40B4-BE49-F238E27FC236}">
                    <a16:creationId xmlns:a16="http://schemas.microsoft.com/office/drawing/2014/main" id="{8596F0C2-7D4E-6B58-1A2B-C1B2771A8F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1731" y="3517636"/>
                <a:ext cx="584192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Kvco</a:t>
                </a:r>
              </a:p>
            </p:txBody>
          </p:sp>
        </p:grpSp>
        <p:sp>
          <p:nvSpPr>
            <p:cNvPr id="2073" name="AutoShape 56">
              <a:extLst>
                <a:ext uri="{FF2B5EF4-FFF2-40B4-BE49-F238E27FC236}">
                  <a16:creationId xmlns:a16="http://schemas.microsoft.com/office/drawing/2014/main" id="{1DB70A1E-6239-A314-37E8-3AE362971C2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5899957" y="5039921"/>
              <a:ext cx="731964" cy="51118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74" name="Freeform 863">
              <a:extLst>
                <a:ext uri="{FF2B5EF4-FFF2-40B4-BE49-F238E27FC236}">
                  <a16:creationId xmlns:a16="http://schemas.microsoft.com/office/drawing/2014/main" id="{2BC8B516-12BD-7B7F-1DF4-35156AF6B26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26989" y="4930325"/>
              <a:ext cx="914412" cy="731964"/>
            </a:xfrm>
            <a:custGeom>
              <a:avLst/>
              <a:gdLst>
                <a:gd name="T0" fmla="*/ 0 w 576"/>
                <a:gd name="T1" fmla="*/ 582157285 h 461"/>
                <a:gd name="T2" fmla="*/ 289818763 w 576"/>
                <a:gd name="T3" fmla="*/ 1161793619 h 461"/>
                <a:gd name="T4" fmla="*/ 1451610000 w 576"/>
                <a:gd name="T5" fmla="*/ 582157285 h 461"/>
                <a:gd name="T6" fmla="*/ 289818763 w 576"/>
                <a:gd name="T7" fmla="*/ 0 h 461"/>
                <a:gd name="T8" fmla="*/ 0 w 576"/>
                <a:gd name="T9" fmla="*/ 582157285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" h="461">
                  <a:moveTo>
                    <a:pt x="0" y="231"/>
                  </a:moveTo>
                  <a:lnTo>
                    <a:pt x="115" y="461"/>
                  </a:lnTo>
                  <a:lnTo>
                    <a:pt x="576" y="231"/>
                  </a:lnTo>
                  <a:lnTo>
                    <a:pt x="115" y="0"/>
                  </a:lnTo>
                  <a:lnTo>
                    <a:pt x="0" y="231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25" name="Text Box 42">
              <a:extLst>
                <a:ext uri="{FF2B5EF4-FFF2-40B4-BE49-F238E27FC236}">
                  <a16:creationId xmlns:a16="http://schemas.microsoft.com/office/drawing/2014/main" id="{9322B0D9-9823-755C-1593-2EA8DAC30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flipH="1">
              <a:off x="6040438" y="5121275"/>
              <a:ext cx="503237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1/N</a:t>
              </a:r>
            </a:p>
          </p:txBody>
        </p:sp>
        <p:sp>
          <p:nvSpPr>
            <p:cNvPr id="26" name="Text Box 42">
              <a:extLst>
                <a:ext uri="{FF2B5EF4-FFF2-40B4-BE49-F238E27FC236}">
                  <a16:creationId xmlns:a16="http://schemas.microsoft.com/office/drawing/2014/main" id="{EE8BD7B9-A198-89E8-06B7-1A70712BF4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1025" y="1727200"/>
              <a:ext cx="593725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PFD</a:t>
              </a:r>
            </a:p>
          </p:txBody>
        </p:sp>
        <p:sp>
          <p:nvSpPr>
            <p:cNvPr id="27" name="Text Box 42">
              <a:extLst>
                <a:ext uri="{FF2B5EF4-FFF2-40B4-BE49-F238E27FC236}">
                  <a16:creationId xmlns:a16="http://schemas.microsoft.com/office/drawing/2014/main" id="{97AC6FBE-19CB-8A7F-485C-8B22C35DC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4363" y="1481138"/>
              <a:ext cx="889000" cy="584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Charge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 pump</a:t>
              </a:r>
            </a:p>
          </p:txBody>
        </p:sp>
        <p:sp>
          <p:nvSpPr>
            <p:cNvPr id="2078" name="Text Box 42">
              <a:extLst>
                <a:ext uri="{FF2B5EF4-FFF2-40B4-BE49-F238E27FC236}">
                  <a16:creationId xmlns:a16="http://schemas.microsoft.com/office/drawing/2014/main" id="{095282BE-7303-D867-606B-E3D3C0561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938" y="4919663"/>
              <a:ext cx="579437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6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φdiv</a:t>
              </a:r>
              <a:endParaRPr lang="en-US" altLang="en-US" sz="160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grpSp>
          <p:nvGrpSpPr>
            <p:cNvPr id="2079" name="グループ化 28">
              <a:extLst>
                <a:ext uri="{FF2B5EF4-FFF2-40B4-BE49-F238E27FC236}">
                  <a16:creationId xmlns:a16="http://schemas.microsoft.com/office/drawing/2014/main" id="{3FD83F4C-7D4A-588E-BB19-B361C97BE7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1220" y="2274907"/>
              <a:ext cx="914412" cy="733551"/>
              <a:chOff x="3940565" y="3304121"/>
              <a:chExt cx="914400" cy="733425"/>
            </a:xfrm>
          </p:grpSpPr>
          <p:grpSp>
            <p:nvGrpSpPr>
              <p:cNvPr id="2120" name="Group 864">
                <a:extLst>
                  <a:ext uri="{FF2B5EF4-FFF2-40B4-BE49-F238E27FC236}">
                    <a16:creationId xmlns:a16="http://schemas.microsoft.com/office/drawing/2014/main" id="{D598AC6B-3D9D-B0BB-2BB1-F8E985D7A4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22" name="Group 60">
                  <a:extLst>
                    <a:ext uri="{FF2B5EF4-FFF2-40B4-BE49-F238E27FC236}">
                      <a16:creationId xmlns:a16="http://schemas.microsoft.com/office/drawing/2014/main" id="{4847312B-726A-3948-300A-33649BCC38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24" name="Line 55">
                    <a:extLst>
                      <a:ext uri="{FF2B5EF4-FFF2-40B4-BE49-F238E27FC236}">
                        <a16:creationId xmlns:a16="http://schemas.microsoft.com/office/drawing/2014/main" id="{B22FED08-BCFB-D1AA-311A-2D9C659448E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25" name="AutoShape 56">
                    <a:extLst>
                      <a:ext uri="{FF2B5EF4-FFF2-40B4-BE49-F238E27FC236}">
                        <a16:creationId xmlns:a16="http://schemas.microsoft.com/office/drawing/2014/main" id="{81F14F2C-AA53-9029-90DA-14EE109A7B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23" name="Freeform 863">
                  <a:extLst>
                    <a:ext uri="{FF2B5EF4-FFF2-40B4-BE49-F238E27FC236}">
                      <a16:creationId xmlns:a16="http://schemas.microsoft.com/office/drawing/2014/main" id="{F1AC7044-6D34-C6FD-61BF-3D3F7C1922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71" name="Text Box 42">
                <a:extLst>
                  <a:ext uri="{FF2B5EF4-FFF2-40B4-BE49-F238E27FC236}">
                    <a16:creationId xmlns:a16="http://schemas.microsoft.com/office/drawing/2014/main" id="{AB24A54C-B7D1-F82C-E57A-37A6C5F2C3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7218" y="3540598"/>
                <a:ext cx="414333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R1</a:t>
                </a:r>
              </a:p>
            </p:txBody>
          </p:sp>
        </p:grpSp>
        <p:cxnSp>
          <p:nvCxnSpPr>
            <p:cNvPr id="2080" name="直線コネクタ 29">
              <a:extLst>
                <a:ext uri="{FF2B5EF4-FFF2-40B4-BE49-F238E27FC236}">
                  <a16:creationId xmlns:a16="http://schemas.microsoft.com/office/drawing/2014/main" id="{8F05E8E9-A8CA-2F75-FB95-6227636564C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25336" y="2641398"/>
              <a:ext cx="311031" cy="6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" name="Text Box 42">
              <a:extLst>
                <a:ext uri="{FF2B5EF4-FFF2-40B4-BE49-F238E27FC236}">
                  <a16:creationId xmlns:a16="http://schemas.microsoft.com/office/drawing/2014/main" id="{42FE1077-E908-2C6E-0D43-4194FDDC30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1938" y="5867400"/>
              <a:ext cx="1909762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Divider</a:t>
              </a:r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DC3AF292-FE88-6F03-7F2D-E3C7BFC9D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9338" y="2132013"/>
              <a:ext cx="1096962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Current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-Ibias to Ibias</a:t>
              </a:r>
            </a:p>
          </p:txBody>
        </p:sp>
        <p:sp>
          <p:nvSpPr>
            <p:cNvPr id="33" name="Text Box 42">
              <a:extLst>
                <a:ext uri="{FF2B5EF4-FFF2-40B4-BE49-F238E27FC236}">
                  <a16:creationId xmlns:a16="http://schemas.microsoft.com/office/drawing/2014/main" id="{92D6ACD3-3E2A-7F51-EF2A-C3EDF595F5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37103" y="2132013"/>
              <a:ext cx="695325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Voltage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Vin</a:t>
              </a:r>
            </a:p>
          </p:txBody>
        </p:sp>
        <p:sp>
          <p:nvSpPr>
            <p:cNvPr id="34" name="Text Box 42">
              <a:extLst>
                <a:ext uri="{FF2B5EF4-FFF2-40B4-BE49-F238E27FC236}">
                  <a16:creationId xmlns:a16="http://schemas.microsoft.com/office/drawing/2014/main" id="{0E8F96F1-86A5-BCE0-8E1A-73DC6AEE59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963" y="229076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35" name="Text Box 42">
              <a:extLst>
                <a:ext uri="{FF2B5EF4-FFF2-40B4-BE49-F238E27FC236}">
                  <a16:creationId xmlns:a16="http://schemas.microsoft.com/office/drawing/2014/main" id="{E2A3A6DC-6B87-32A3-5189-5095CBCFB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9400" y="1865313"/>
              <a:ext cx="593725" cy="585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REF</a:t>
              </a:r>
              <a:br>
                <a:rPr lang="en-US" altLang="en-US" sz="16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CLK</a:t>
              </a:r>
            </a:p>
          </p:txBody>
        </p:sp>
        <p:cxnSp>
          <p:nvCxnSpPr>
            <p:cNvPr id="2086" name="Straight Connector 19">
              <a:extLst>
                <a:ext uri="{FF2B5EF4-FFF2-40B4-BE49-F238E27FC236}">
                  <a16:creationId xmlns:a16="http://schemas.microsoft.com/office/drawing/2014/main" id="{E86027D7-8018-5D20-C427-9726E5493AB6}"/>
                </a:ext>
              </a:extLst>
            </p:cNvPr>
            <p:cNvCxnSpPr>
              <a:cxnSpLocks noChangeShapeType="1"/>
              <a:stCxn id="2136" idx="1"/>
              <a:endCxn id="2124" idx="0"/>
            </p:cNvCxnSpPr>
            <p:nvPr/>
          </p:nvCxnSpPr>
          <p:spPr bwMode="auto">
            <a:xfrm flipV="1">
              <a:off x="5333004" y="2641683"/>
              <a:ext cx="348215" cy="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87" name="Rectangle 485">
              <a:extLst>
                <a:ext uri="{FF2B5EF4-FFF2-40B4-BE49-F238E27FC236}">
                  <a16:creationId xmlns:a16="http://schemas.microsoft.com/office/drawing/2014/main" id="{1C64E21D-4F04-95E2-7332-634BF630BC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5632" y="3442727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3600" b="1">
                  <a:ea typeface="ＭＳ Ｐゴシック" panose="020B0600070205080204" pitchFamily="50" charset="-128"/>
                </a:rPr>
                <a:t>∫</a:t>
              </a:r>
              <a:endParaRPr lang="en-US" altLang="en-US" sz="3600" b="1"/>
            </a:p>
          </p:txBody>
        </p:sp>
        <p:grpSp>
          <p:nvGrpSpPr>
            <p:cNvPr id="2088" name="グループ化 37">
              <a:extLst>
                <a:ext uri="{FF2B5EF4-FFF2-40B4-BE49-F238E27FC236}">
                  <a16:creationId xmlns:a16="http://schemas.microsoft.com/office/drawing/2014/main" id="{A7C4DA6E-8512-A126-E6C6-78AE671C0F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81220" y="3425778"/>
              <a:ext cx="914412" cy="733551"/>
              <a:chOff x="3940565" y="3304121"/>
              <a:chExt cx="914400" cy="733425"/>
            </a:xfrm>
          </p:grpSpPr>
          <p:grpSp>
            <p:nvGrpSpPr>
              <p:cNvPr id="2114" name="Group 864">
                <a:extLst>
                  <a:ext uri="{FF2B5EF4-FFF2-40B4-BE49-F238E27FC236}">
                    <a16:creationId xmlns:a16="http://schemas.microsoft.com/office/drawing/2014/main" id="{22F4ED51-4CEE-5847-BF22-755C697FA1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16" name="Group 60">
                  <a:extLst>
                    <a:ext uri="{FF2B5EF4-FFF2-40B4-BE49-F238E27FC236}">
                      <a16:creationId xmlns:a16="http://schemas.microsoft.com/office/drawing/2014/main" id="{DCBED046-C4C6-E651-71C8-CF8490E353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18" name="Line 55">
                    <a:extLst>
                      <a:ext uri="{FF2B5EF4-FFF2-40B4-BE49-F238E27FC236}">
                        <a16:creationId xmlns:a16="http://schemas.microsoft.com/office/drawing/2014/main" id="{3D4005F3-A692-A1FA-ED78-E5F68A9217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19" name="AutoShape 56">
                    <a:extLst>
                      <a:ext uri="{FF2B5EF4-FFF2-40B4-BE49-F238E27FC236}">
                        <a16:creationId xmlns:a16="http://schemas.microsoft.com/office/drawing/2014/main" id="{A2FF0125-7B08-69F3-8244-2BD030A008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17" name="Freeform 863">
                  <a:extLst>
                    <a:ext uri="{FF2B5EF4-FFF2-40B4-BE49-F238E27FC236}">
                      <a16:creationId xmlns:a16="http://schemas.microsoft.com/office/drawing/2014/main" id="{43790C2B-A416-2FBD-4A95-F52149B75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65" name="Text Box 42">
                <a:extLst>
                  <a:ext uri="{FF2B5EF4-FFF2-40B4-BE49-F238E27FC236}">
                    <a16:creationId xmlns:a16="http://schemas.microsoft.com/office/drawing/2014/main" id="{D82BB238-2AFA-A1CB-EC39-AB820D92D2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056" y="3404164"/>
                <a:ext cx="414332" cy="5221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1</a:t>
                </a:r>
                <a:b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C1</a:t>
                </a:r>
              </a:p>
            </p:txBody>
          </p:sp>
        </p:grpSp>
        <p:cxnSp>
          <p:nvCxnSpPr>
            <p:cNvPr id="2089" name="直線コネクタ 38">
              <a:extLst>
                <a:ext uri="{FF2B5EF4-FFF2-40B4-BE49-F238E27FC236}">
                  <a16:creationId xmlns:a16="http://schemas.microsoft.com/office/drawing/2014/main" id="{2ABC1D6A-69D0-F7C9-A3DE-502EFFE09E8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953602" y="3793191"/>
              <a:ext cx="311031" cy="6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107" name="Group 347">
              <a:extLst>
                <a:ext uri="{FF2B5EF4-FFF2-40B4-BE49-F238E27FC236}">
                  <a16:creationId xmlns:a16="http://schemas.microsoft.com/office/drawing/2014/main" id="{FDFBC058-7D32-5602-E12E-81926A681EB4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6971057" y="2332056"/>
              <a:ext cx="1908200" cy="766895"/>
              <a:chOff x="526" y="3600"/>
              <a:chExt cx="1202" cy="483"/>
            </a:xfrm>
          </p:grpSpPr>
          <p:sp>
            <p:nvSpPr>
              <p:cNvPr id="2109" name="Oval 339">
                <a:extLst>
                  <a:ext uri="{FF2B5EF4-FFF2-40B4-BE49-F238E27FC236}">
                    <a16:creationId xmlns:a16="http://schemas.microsoft.com/office/drawing/2014/main" id="{9FC5059F-67A5-32FE-8C4F-7C015D0E9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715"/>
                <a:ext cx="346" cy="3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10" name="Line 340">
                <a:extLst>
                  <a:ext uri="{FF2B5EF4-FFF2-40B4-BE49-F238E27FC236}">
                    <a16:creationId xmlns:a16="http://schemas.microsoft.com/office/drawing/2014/main" id="{4D731D38-743D-58DE-3A38-6727EF22E6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671" y="383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1" name="Line 341">
                <a:extLst>
                  <a:ext uri="{FF2B5EF4-FFF2-40B4-BE49-F238E27FC236}">
                    <a16:creationId xmlns:a16="http://schemas.microsoft.com/office/drawing/2014/main" id="{B48E7FD4-A4FF-36BA-F904-24C588D35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97" y="3517"/>
                <a:ext cx="0" cy="7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2" name="Line 345">
                <a:extLst>
                  <a:ext uri="{FF2B5EF4-FFF2-40B4-BE49-F238E27FC236}">
                    <a16:creationId xmlns:a16="http://schemas.microsoft.com/office/drawing/2014/main" id="{0C4346CB-AFFE-A19E-FBCB-85266EC383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60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3" name="Text Box 346">
                <a:extLst>
                  <a:ext uri="{FF2B5EF4-FFF2-40B4-BE49-F238E27FC236}">
                    <a16:creationId xmlns:a16="http://schemas.microsoft.com/office/drawing/2014/main" id="{3B52BEE9-C212-35A0-4A78-BCCA5B2B59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679"/>
                <a:ext cx="2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 dirty="0"/>
                  <a:t>+</a:t>
                </a:r>
              </a:p>
            </p:txBody>
          </p:sp>
        </p:grpSp>
        <p:cxnSp>
          <p:nvCxnSpPr>
            <p:cNvPr id="2091" name="Straight Connector 19">
              <a:extLst>
                <a:ext uri="{FF2B5EF4-FFF2-40B4-BE49-F238E27FC236}">
                  <a16:creationId xmlns:a16="http://schemas.microsoft.com/office/drawing/2014/main" id="{55F4B4BD-7F11-16BD-2838-BB13E9A184D3}"/>
                </a:ext>
              </a:extLst>
            </p:cNvPr>
            <p:cNvCxnSpPr>
              <a:cxnSpLocks noChangeShapeType="1"/>
              <a:stCxn id="2124" idx="1"/>
              <a:endCxn id="2110" idx="0"/>
            </p:cNvCxnSpPr>
            <p:nvPr/>
          </p:nvCxnSpPr>
          <p:spPr bwMode="auto">
            <a:xfrm>
              <a:off x="6595632" y="2641684"/>
              <a:ext cx="374633" cy="78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92" name="コネクタ: カギ線 41">
              <a:extLst>
                <a:ext uri="{FF2B5EF4-FFF2-40B4-BE49-F238E27FC236}">
                  <a16:creationId xmlns:a16="http://schemas.microsoft.com/office/drawing/2014/main" id="{2DE95C86-4381-3EBC-80F4-CFBA86C2784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5072364" y="3190832"/>
              <a:ext cx="1156414" cy="61297"/>
            </a:xfrm>
            <a:prstGeom prst="bentConnector3">
              <a:avLst>
                <a:gd name="adj1" fmla="val 99431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3" name="Oval 813">
              <a:extLst>
                <a:ext uri="{FF2B5EF4-FFF2-40B4-BE49-F238E27FC236}">
                  <a16:creationId xmlns:a16="http://schemas.microsoft.com/office/drawing/2014/main" id="{C31C7174-255B-9822-C81F-925770F544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7386" y="2596420"/>
              <a:ext cx="92076" cy="9209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94" name="コネクタ: カギ線 43">
              <a:extLst>
                <a:ext uri="{FF2B5EF4-FFF2-40B4-BE49-F238E27FC236}">
                  <a16:creationId xmlns:a16="http://schemas.microsoft.com/office/drawing/2014/main" id="{1212C3C3-BB31-27C2-CEBB-2654F65332F4}"/>
                </a:ext>
              </a:extLst>
            </p:cNvPr>
            <p:cNvCxnSpPr>
              <a:cxnSpLocks noChangeShapeType="1"/>
              <a:stCxn id="2087" idx="3"/>
              <a:endCxn id="2112" idx="0"/>
            </p:cNvCxnSpPr>
            <p:nvPr/>
          </p:nvCxnSpPr>
          <p:spPr bwMode="auto">
            <a:xfrm flipV="1">
              <a:off x="7251562" y="3098951"/>
              <a:ext cx="176701" cy="709595"/>
            </a:xfrm>
            <a:prstGeom prst="bentConnector4">
              <a:avLst>
                <a:gd name="adj1" fmla="val 50000"/>
                <a:gd name="adj2" fmla="val 5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5" name="Rectangle 485">
              <a:extLst>
                <a:ext uri="{FF2B5EF4-FFF2-40B4-BE49-F238E27FC236}">
                  <a16:creationId xmlns:a16="http://schemas.microsoft.com/office/drawing/2014/main" id="{1373646D-F928-41D8-4C17-3352898B9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21613" y="2285460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3600" b="1">
                  <a:ea typeface="ＭＳ Ｐゴシック" panose="020B0600070205080204" pitchFamily="50" charset="-128"/>
                </a:rPr>
                <a:t>∫</a:t>
              </a:r>
              <a:endParaRPr lang="en-US" altLang="en-US" sz="3600" b="1"/>
            </a:p>
          </p:txBody>
        </p:sp>
        <p:sp>
          <p:nvSpPr>
            <p:cNvPr id="2097" name="Freeform 229">
              <a:extLst>
                <a:ext uri="{FF2B5EF4-FFF2-40B4-BE49-F238E27FC236}">
                  <a16:creationId xmlns:a16="http://schemas.microsoft.com/office/drawing/2014/main" id="{4A47AA80-D5DA-A595-10FF-10508DB80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24087" y="2493963"/>
              <a:ext cx="593725" cy="330200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φout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2">
              <a:extLst>
                <a:ext uri="{FF2B5EF4-FFF2-40B4-BE49-F238E27FC236}">
                  <a16:creationId xmlns:a16="http://schemas.microsoft.com/office/drawing/2014/main" id="{AFAA21A1-C870-C7A7-0E56-6F0B0D3BDB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354237" y="1865313"/>
              <a:ext cx="617537" cy="58578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OUT</a:t>
              </a:r>
              <a:br>
                <a:rPr lang="en-US" altLang="en-US" sz="16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CLK</a:t>
              </a:r>
            </a:p>
          </p:txBody>
        </p:sp>
        <p:cxnSp>
          <p:nvCxnSpPr>
            <p:cNvPr id="2099" name="Straight Connector 19">
              <a:extLst>
                <a:ext uri="{FF2B5EF4-FFF2-40B4-BE49-F238E27FC236}">
                  <a16:creationId xmlns:a16="http://schemas.microsoft.com/office/drawing/2014/main" id="{2599558C-E056-7514-A6CB-8374855A1F36}"/>
                </a:ext>
              </a:extLst>
            </p:cNvPr>
            <p:cNvCxnSpPr>
              <a:cxnSpLocks noChangeShapeType="1"/>
              <a:stCxn id="2095" idx="3"/>
            </p:cNvCxnSpPr>
            <p:nvPr/>
          </p:nvCxnSpPr>
          <p:spPr bwMode="auto">
            <a:xfrm>
              <a:off x="11077543" y="2651279"/>
              <a:ext cx="346619" cy="0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0" name="Text Box 42">
              <a:extLst>
                <a:ext uri="{FF2B5EF4-FFF2-40B4-BE49-F238E27FC236}">
                  <a16:creationId xmlns:a16="http://schemas.microsoft.com/office/drawing/2014/main" id="{2F5E585C-8299-E747-039D-CE81AEC25B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8800" y="1727200"/>
              <a:ext cx="2124075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Loop filter</a:t>
              </a:r>
            </a:p>
          </p:txBody>
        </p:sp>
        <p:cxnSp>
          <p:nvCxnSpPr>
            <p:cNvPr id="2101" name="コネクタ: カギ線 50">
              <a:extLst>
                <a:ext uri="{FF2B5EF4-FFF2-40B4-BE49-F238E27FC236}">
                  <a16:creationId xmlns:a16="http://schemas.microsoft.com/office/drawing/2014/main" id="{ECFF6B71-4A89-3F09-5E14-AC2C140B240A}"/>
                </a:ext>
              </a:extLst>
            </p:cNvPr>
            <p:cNvCxnSpPr>
              <a:cxnSpLocks noChangeShapeType="1"/>
              <a:stCxn id="2073" idx="0"/>
              <a:endCxn id="2063" idx="0"/>
            </p:cNvCxnSpPr>
            <p:nvPr/>
          </p:nvCxnSpPr>
          <p:spPr bwMode="auto">
            <a:xfrm rot="10800000">
              <a:off x="3020646" y="2916358"/>
              <a:ext cx="2989703" cy="2379156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02" name="Oval 813">
              <a:extLst>
                <a:ext uri="{FF2B5EF4-FFF2-40B4-BE49-F238E27FC236}">
                  <a16:creationId xmlns:a16="http://schemas.microsoft.com/office/drawing/2014/main" id="{D65DA188-D4F3-004B-81AC-450D87F50E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61162" y="2596420"/>
              <a:ext cx="92076" cy="9209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103" name="コネクタ: カギ線 52">
              <a:extLst>
                <a:ext uri="{FF2B5EF4-FFF2-40B4-BE49-F238E27FC236}">
                  <a16:creationId xmlns:a16="http://schemas.microsoft.com/office/drawing/2014/main" id="{BBC719D7-A219-7D15-6418-6ED584D18E60}"/>
                </a:ext>
              </a:extLst>
            </p:cNvPr>
            <p:cNvCxnSpPr>
              <a:cxnSpLocks noChangeShapeType="1"/>
              <a:stCxn id="2102" idx="4"/>
              <a:endCxn id="25" idx="1"/>
            </p:cNvCxnSpPr>
            <p:nvPr/>
          </p:nvCxnSpPr>
          <p:spPr bwMode="auto">
            <a:xfrm rot="5400000">
              <a:off x="7624522" y="1607665"/>
              <a:ext cx="2601833" cy="4763525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104" name="Text Box 42">
              <a:extLst>
                <a:ext uri="{FF2B5EF4-FFF2-40B4-BE49-F238E27FC236}">
                  <a16:creationId xmlns:a16="http://schemas.microsoft.com/office/drawing/2014/main" id="{1D596FD9-BAE3-1926-629F-110F6ED83E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8938" y="4919663"/>
              <a:ext cx="603250" cy="3381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ja-JP" sz="160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φout</a:t>
              </a:r>
              <a:endParaRPr lang="en-US" altLang="en-US" sz="160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42">
              <a:extLst>
                <a:ext uri="{FF2B5EF4-FFF2-40B4-BE49-F238E27FC236}">
                  <a16:creationId xmlns:a16="http://schemas.microsoft.com/office/drawing/2014/main" id="{9F2A3D7D-C880-596D-CE50-FEA9D90DC0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363" y="472281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56" name="Text Box 42">
              <a:extLst>
                <a:ext uri="{FF2B5EF4-FFF2-40B4-BE49-F238E27FC236}">
                  <a16:creationId xmlns:a16="http://schemas.microsoft.com/office/drawing/2014/main" id="{449C37DB-D00F-54C5-0174-11487EF0D2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1475" y="472281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2052" name="テキスト ボックス 96">
              <a:extLst>
                <a:ext uri="{FF2B5EF4-FFF2-40B4-BE49-F238E27FC236}">
                  <a16:creationId xmlns:a16="http://schemas.microsoft.com/office/drawing/2014/main" id="{75B00967-D72D-67E9-36CC-6F8CB1A7F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94038" y="5673725"/>
              <a:ext cx="2540000" cy="1016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000">
                  <a:ea typeface="ＭＳ Ｐゴシック" panose="020B0600070205080204" pitchFamily="50" charset="-128"/>
                </a:rPr>
                <a:t>Transfer function: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           Ibias                          Kvco  </a:t>
              </a:r>
            </a:p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000">
                  <a:ea typeface="ＭＳ Ｐゴシック" panose="020B0600070205080204" pitchFamily="50" charset="-128"/>
                </a:rPr>
                <a:t>G(s) = ------- * (R1+1/C1s) * ------- 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             </a:t>
              </a:r>
              <a:r>
                <a:rPr lang="ja-JP" altLang="en-US" sz="1000">
                  <a:ea typeface="ＭＳ Ｐゴシック" panose="020B0600070205080204" pitchFamily="50" charset="-128"/>
                </a:rPr>
                <a:t> </a:t>
              </a:r>
              <a:r>
                <a:rPr lang="en-US" altLang="ja-JP" sz="1000">
                  <a:ea typeface="ＭＳ Ｐゴシック" panose="020B0600070205080204" pitchFamily="50" charset="-128"/>
                </a:rPr>
                <a:t>π                               s    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H(s) = 1 / N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endParaRPr lang="en-US" altLang="ja-JP" sz="1000">
                <a:ea typeface="ＭＳ Ｐゴシック" panose="020B0600070205080204" pitchFamily="50" charset="-128"/>
              </a:endParaRPr>
            </a:p>
          </p:txBody>
        </p:sp>
        <p:sp>
          <p:nvSpPr>
            <p:cNvPr id="2053" name="テキスト ボックス 97">
              <a:extLst>
                <a:ext uri="{FF2B5EF4-FFF2-40B4-BE49-F238E27FC236}">
                  <a16:creationId xmlns:a16="http://schemas.microsoft.com/office/drawing/2014/main" id="{F68AD9E1-B739-6CD5-CC71-DE9ED93C2A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8375" y="5424489"/>
              <a:ext cx="2541588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Closed loop: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                    G(s)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W(s) = ----------------------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            1 + G(s) H(s)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Open loop:</a:t>
              </a:r>
              <a:br>
                <a:rPr lang="en-US" altLang="ja-JP" sz="1000">
                  <a:ea typeface="ＭＳ Ｐゴシック" panose="020B0600070205080204" pitchFamily="50" charset="-128"/>
                </a:rPr>
              </a:br>
              <a:r>
                <a:rPr lang="en-US" altLang="ja-JP" sz="1000">
                  <a:ea typeface="ＭＳ Ｐゴシック" panose="020B0600070205080204" pitchFamily="50" charset="-128"/>
                </a:rPr>
                <a:t>G(s) H(s)</a:t>
              </a:r>
            </a:p>
          </p:txBody>
        </p:sp>
        <p:grpSp>
          <p:nvGrpSpPr>
            <p:cNvPr id="13" name="Group 358">
              <a:extLst>
                <a:ext uri="{FF2B5EF4-FFF2-40B4-BE49-F238E27FC236}">
                  <a16:creationId xmlns:a16="http://schemas.microsoft.com/office/drawing/2014/main" id="{6C100654-9E8A-F35B-451F-4BD6D89B3B13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9388137" y="2331344"/>
              <a:ext cx="1033476" cy="766895"/>
              <a:chOff x="749" y="3427"/>
              <a:chExt cx="651" cy="483"/>
            </a:xfrm>
          </p:grpSpPr>
          <p:grpSp>
            <p:nvGrpSpPr>
              <p:cNvPr id="14" name="Group 347">
                <a:extLst>
                  <a:ext uri="{FF2B5EF4-FFF2-40B4-BE49-F238E27FC236}">
                    <a16:creationId xmlns:a16="http://schemas.microsoft.com/office/drawing/2014/main" id="{7B3F075F-0EDE-E39E-AF87-54D70614570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9" y="3427"/>
                <a:ext cx="651" cy="483"/>
                <a:chOff x="1152" y="3600"/>
                <a:chExt cx="651" cy="483"/>
              </a:xfrm>
            </p:grpSpPr>
            <p:sp>
              <p:nvSpPr>
                <p:cNvPr id="16" name="Oval 339">
                  <a:extLst>
                    <a:ext uri="{FF2B5EF4-FFF2-40B4-BE49-F238E27FC236}">
                      <a16:creationId xmlns:a16="http://schemas.microsoft.com/office/drawing/2014/main" id="{57180DA4-76E2-5B60-8FF2-9735DB668E3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7" y="3715"/>
                  <a:ext cx="346" cy="34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7" name="Line 340">
                  <a:extLst>
                    <a:ext uri="{FF2B5EF4-FFF2-40B4-BE49-F238E27FC236}">
                      <a16:creationId xmlns:a16="http://schemas.microsoft.com/office/drawing/2014/main" id="{2AB5895E-675A-9E25-2458-73DF255539A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707" y="3791"/>
                  <a:ext cx="3" cy="189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8" name="Line 341">
                  <a:extLst>
                    <a:ext uri="{FF2B5EF4-FFF2-40B4-BE49-F238E27FC236}">
                      <a16:creationId xmlns:a16="http://schemas.microsoft.com/office/drawing/2014/main" id="{AB9E3616-7E0B-2C37-DB9F-1DEF18D0039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210" y="383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19" name="Line 345">
                  <a:extLst>
                    <a:ext uri="{FF2B5EF4-FFF2-40B4-BE49-F238E27FC236}">
                      <a16:creationId xmlns:a16="http://schemas.microsoft.com/office/drawing/2014/main" id="{8E32BB5F-7694-7011-E1D4-BDC3DBA74CE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440" y="360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" name="Text Box 346">
                  <a:extLst>
                    <a:ext uri="{FF2B5EF4-FFF2-40B4-BE49-F238E27FC236}">
                      <a16:creationId xmlns:a16="http://schemas.microsoft.com/office/drawing/2014/main" id="{820823EE-D360-9B5D-F193-F1A52207EAF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6" y="3679"/>
                  <a:ext cx="28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3600" dirty="0"/>
                    <a:t>+</a:t>
                  </a:r>
                </a:p>
              </p:txBody>
            </p:sp>
          </p:grpSp>
          <p:sp>
            <p:nvSpPr>
              <p:cNvPr id="15" name="Freeform 357">
                <a:extLst>
                  <a:ext uri="{FF2B5EF4-FFF2-40B4-BE49-F238E27FC236}">
                    <a16:creationId xmlns:a16="http://schemas.microsoft.com/office/drawing/2014/main" id="{08F84CFF-0C17-275B-81BB-6B7722197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27"/>
                <a:ext cx="576" cy="288"/>
              </a:xfrm>
              <a:custGeom>
                <a:avLst/>
                <a:gdLst>
                  <a:gd name="T0" fmla="*/ 0 w 576"/>
                  <a:gd name="T1" fmla="*/ 288 h 288"/>
                  <a:gd name="T2" fmla="*/ 288 w 576"/>
                  <a:gd name="T3" fmla="*/ 0 h 288"/>
                  <a:gd name="T4" fmla="*/ 576 w 576"/>
                  <a:gd name="T5" fmla="*/ 288 h 288"/>
                  <a:gd name="T6" fmla="*/ 0 w 576"/>
                  <a:gd name="T7" fmla="*/ 288 h 2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lnTo>
                      <a:pt x="288" y="0"/>
                    </a:lnTo>
                    <a:lnTo>
                      <a:pt x="576" y="288"/>
                    </a:lnTo>
                    <a:lnTo>
                      <a:pt x="0" y="288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42" name="Freeform 229">
              <a:extLst>
                <a:ext uri="{FF2B5EF4-FFF2-40B4-BE49-F238E27FC236}">
                  <a16:creationId xmlns:a16="http://schemas.microsoft.com/office/drawing/2014/main" id="{2C2E46B2-CA27-EDCD-87A4-257B7CC08B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7506" y="3947577"/>
              <a:ext cx="1799790" cy="320762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ja-JP" sz="1400" dirty="0"/>
                <a:t>CEN_FREQ_CUR</a:t>
              </a:r>
              <a:endParaRPr lang="ja-JP" altLang="en-US" sz="1400" dirty="0"/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16152BB4-77AE-C69D-0237-92C57EC9A8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75087" y="3575632"/>
              <a:ext cx="187808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Center Frequency</a:t>
              </a:r>
            </a:p>
          </p:txBody>
        </p:sp>
        <p:cxnSp>
          <p:nvCxnSpPr>
            <p:cNvPr id="44" name="コネクタ: カギ線 43">
              <a:extLst>
                <a:ext uri="{FF2B5EF4-FFF2-40B4-BE49-F238E27FC236}">
                  <a16:creationId xmlns:a16="http://schemas.microsoft.com/office/drawing/2014/main" id="{AC8BB5DE-C13C-CAC1-E720-96082730F9DE}"/>
                </a:ext>
              </a:extLst>
            </p:cNvPr>
            <p:cNvCxnSpPr>
              <a:cxnSpLocks noChangeShapeType="1"/>
              <a:endCxn id="21" idx="0"/>
            </p:cNvCxnSpPr>
            <p:nvPr/>
          </p:nvCxnSpPr>
          <p:spPr bwMode="auto">
            <a:xfrm rot="5400000" flipH="1" flipV="1">
              <a:off x="9272603" y="3410958"/>
              <a:ext cx="1133131" cy="256827"/>
            </a:xfrm>
            <a:prstGeom prst="bentConnector3">
              <a:avLst>
                <a:gd name="adj1" fmla="val -537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Text Box 42">
              <a:extLst>
                <a:ext uri="{FF2B5EF4-FFF2-40B4-BE49-F238E27FC236}">
                  <a16:creationId xmlns:a16="http://schemas.microsoft.com/office/drawing/2014/main" id="{9618E49F-DFBA-7A01-0BFC-3704F38843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64407" y="3867590"/>
              <a:ext cx="696024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Current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9E637-AA18-CA6B-3465-E5BE89D26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タイトル 1">
            <a:extLst>
              <a:ext uri="{FF2B5EF4-FFF2-40B4-BE49-F238E27FC236}">
                <a16:creationId xmlns:a16="http://schemas.microsoft.com/office/drawing/2014/main" id="{B236FEE0-2C33-8D93-FF98-46FE1F78A2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Block diagram – FM demodulator mode</a:t>
            </a:r>
            <a:endParaRPr kumimoji="1" lang="ja-JP" altLang="en-US" dirty="0">
              <a:ea typeface="ＭＳ Ｐゴシック" panose="020B0600070205080204" pitchFamily="50" charset="-128"/>
            </a:endParaRPr>
          </a:p>
        </p:txBody>
      </p: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4CDDBF93-56F3-92FE-D425-63824AA62C10}"/>
              </a:ext>
            </a:extLst>
          </p:cNvPr>
          <p:cNvGrpSpPr/>
          <p:nvPr/>
        </p:nvGrpSpPr>
        <p:grpSpPr>
          <a:xfrm>
            <a:off x="528266" y="1481138"/>
            <a:ext cx="11494910" cy="4971037"/>
            <a:chOff x="918046" y="1481138"/>
            <a:chExt cx="11494910" cy="4971037"/>
          </a:xfrm>
        </p:grpSpPr>
        <p:sp>
          <p:nvSpPr>
            <p:cNvPr id="4" name="Rectangle 485">
              <a:extLst>
                <a:ext uri="{FF2B5EF4-FFF2-40B4-BE49-F238E27FC236}">
                  <a16:creationId xmlns:a16="http://schemas.microsoft.com/office/drawing/2014/main" id="{73139EE2-FB8E-2061-31B9-702785B8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37796" y="4813300"/>
              <a:ext cx="958204" cy="1020763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5" name="Rectangle 485">
              <a:extLst>
                <a:ext uri="{FF2B5EF4-FFF2-40B4-BE49-F238E27FC236}">
                  <a16:creationId xmlns:a16="http://schemas.microsoft.com/office/drawing/2014/main" id="{7E83A225-B786-3BC6-F9AB-D192E3D383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13925" y="2066925"/>
              <a:ext cx="2533643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6" name="Text Box 42">
              <a:extLst>
                <a:ext uri="{FF2B5EF4-FFF2-40B4-BE49-F238E27FC236}">
                  <a16:creationId xmlns:a16="http://schemas.microsoft.com/office/drawing/2014/main" id="{51B7C68B-2182-B1E3-8385-CE4A2B5E7C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96631" y="1727200"/>
              <a:ext cx="628650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VCO</a:t>
              </a:r>
            </a:p>
          </p:txBody>
        </p:sp>
        <p:sp>
          <p:nvSpPr>
            <p:cNvPr id="7" name="Rectangle 485">
              <a:extLst>
                <a:ext uri="{FF2B5EF4-FFF2-40B4-BE49-F238E27FC236}">
                  <a16:creationId xmlns:a16="http://schemas.microsoft.com/office/drawing/2014/main" id="{8864445E-EE23-E02A-376C-5F4702BF4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7057" y="2079625"/>
              <a:ext cx="2284412" cy="2298700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8" name="Rectangle 485">
              <a:extLst>
                <a:ext uri="{FF2B5EF4-FFF2-40B4-BE49-F238E27FC236}">
                  <a16:creationId xmlns:a16="http://schemas.microsoft.com/office/drawing/2014/main" id="{B7F10A05-AD89-3CCE-725E-1088DD867D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4069" y="2079625"/>
              <a:ext cx="727075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sp>
          <p:nvSpPr>
            <p:cNvPr id="9" name="Rectangle 485">
              <a:extLst>
                <a:ext uri="{FF2B5EF4-FFF2-40B4-BE49-F238E27FC236}">
                  <a16:creationId xmlns:a16="http://schemas.microsoft.com/office/drawing/2014/main" id="{5F51F8C7-C85B-4FC5-33A2-E673A44A7E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9857" y="2079625"/>
              <a:ext cx="1598612" cy="1150938"/>
            </a:xfrm>
            <a:prstGeom prst="rect">
              <a:avLst/>
            </a:prstGeom>
            <a:solidFill>
              <a:schemeClr val="accent1">
                <a:lumMod val="25000"/>
                <a:lumOff val="75000"/>
              </a:schemeClr>
            </a:solidFill>
            <a:ln w="19050" algn="ctr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endParaRPr lang="en-US" altLang="en-US" sz="3600" b="1" dirty="0">
                <a:latin typeface="+mj-lt"/>
              </a:endParaRPr>
            </a:p>
          </p:txBody>
        </p:sp>
        <p:cxnSp>
          <p:nvCxnSpPr>
            <p:cNvPr id="2060" name="Straight Connector 19">
              <a:extLst>
                <a:ext uri="{FF2B5EF4-FFF2-40B4-BE49-F238E27FC236}">
                  <a16:creationId xmlns:a16="http://schemas.microsoft.com/office/drawing/2014/main" id="{969AA86F-2715-2823-6E05-7B35E0630C84}"/>
                </a:ext>
              </a:extLst>
            </p:cNvPr>
            <p:cNvCxnSpPr>
              <a:cxnSpLocks noChangeShapeType="1"/>
              <a:stCxn id="2141" idx="2"/>
              <a:endCxn id="2136" idx="0"/>
            </p:cNvCxnSpPr>
            <p:nvPr/>
          </p:nvCxnSpPr>
          <p:spPr bwMode="auto">
            <a:xfrm flipV="1">
              <a:off x="3577811" y="2641683"/>
              <a:ext cx="153176" cy="2684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61" name="Line 341">
              <a:extLst>
                <a:ext uri="{FF2B5EF4-FFF2-40B4-BE49-F238E27FC236}">
                  <a16:creationId xmlns:a16="http://schemas.microsoft.com/office/drawing/2014/main" id="{8358DF04-7DDF-0611-2A2C-6D1D62F8034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2698169" y="2551183"/>
              <a:ext cx="0" cy="1825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62" name="TextBox 2">
              <a:extLst>
                <a:ext uri="{FF2B5EF4-FFF2-40B4-BE49-F238E27FC236}">
                  <a16:creationId xmlns:a16="http://schemas.microsoft.com/office/drawing/2014/main" id="{80EA1560-3DA4-C0CD-63BA-56E9CC3362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3214" y="2725627"/>
              <a:ext cx="304837" cy="5234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800"/>
                <a:t>-</a:t>
              </a:r>
            </a:p>
          </p:txBody>
        </p:sp>
        <p:sp>
          <p:nvSpPr>
            <p:cNvPr id="2063" name="Oval 339">
              <a:extLst>
                <a:ext uri="{FF2B5EF4-FFF2-40B4-BE49-F238E27FC236}">
                  <a16:creationId xmlns:a16="http://schemas.microsoft.com/office/drawing/2014/main" id="{078A1D53-3774-F1F0-D8DB-6E4B1925746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058398" y="2366987"/>
              <a:ext cx="549282" cy="549369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2064" name="Line 340">
              <a:extLst>
                <a:ext uri="{FF2B5EF4-FFF2-40B4-BE49-F238E27FC236}">
                  <a16:creationId xmlns:a16="http://schemas.microsoft.com/office/drawing/2014/main" id="{A7F82DE5-451A-B29C-6F8D-37AEBB02994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6200000">
              <a:off x="1966322" y="2551183"/>
              <a:ext cx="0" cy="18256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65" name="Text Box 346">
              <a:extLst>
                <a:ext uri="{FF2B5EF4-FFF2-40B4-BE49-F238E27FC236}">
                  <a16:creationId xmlns:a16="http://schemas.microsoft.com/office/drawing/2014/main" id="{7109F9E1-5A8D-A3D0-9A82-5ED98D00E6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0800000">
              <a:off x="2105573" y="2339779"/>
              <a:ext cx="450856" cy="6414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en-US" altLang="en-US" sz="3600"/>
                <a:t>+</a:t>
              </a:r>
            </a:p>
          </p:txBody>
        </p:sp>
        <p:sp>
          <p:nvSpPr>
            <p:cNvPr id="2066" name="Freeform 357">
              <a:extLst>
                <a:ext uri="{FF2B5EF4-FFF2-40B4-BE49-F238E27FC236}">
                  <a16:creationId xmlns:a16="http://schemas.microsoft.com/office/drawing/2014/main" id="{ED5C56D9-A2DE-0396-E6A4-2012E118E5F7}"/>
                </a:ext>
              </a:extLst>
            </p:cNvPr>
            <p:cNvSpPr>
              <a:spLocks/>
            </p:cNvSpPr>
            <p:nvPr/>
          </p:nvSpPr>
          <p:spPr bwMode="auto">
            <a:xfrm rot="10800000">
              <a:off x="1875833" y="2641672"/>
              <a:ext cx="914412" cy="457279"/>
            </a:xfrm>
            <a:custGeom>
              <a:avLst/>
              <a:gdLst>
                <a:gd name="T0" fmla="*/ 0 w 576"/>
                <a:gd name="T1" fmla="*/ 725805000 h 288"/>
                <a:gd name="T2" fmla="*/ 725805000 w 576"/>
                <a:gd name="T3" fmla="*/ 0 h 288"/>
                <a:gd name="T4" fmla="*/ 1451610000 w 576"/>
                <a:gd name="T5" fmla="*/ 725805000 h 288"/>
                <a:gd name="T6" fmla="*/ 0 w 576"/>
                <a:gd name="T7" fmla="*/ 725805000 h 2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6" h="288">
                  <a:moveTo>
                    <a:pt x="0" y="288"/>
                  </a:moveTo>
                  <a:lnTo>
                    <a:pt x="288" y="0"/>
                  </a:lnTo>
                  <a:lnTo>
                    <a:pt x="576" y="288"/>
                  </a:lnTo>
                  <a:lnTo>
                    <a:pt x="0" y="288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2067" name="Freeform 229">
              <a:extLst>
                <a:ext uri="{FF2B5EF4-FFF2-40B4-BE49-F238E27FC236}">
                  <a16:creationId xmlns:a16="http://schemas.microsoft.com/office/drawing/2014/main" id="{B096143D-ED2E-8C19-5566-974F27F36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519" y="2474913"/>
              <a:ext cx="534988" cy="330200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φin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2068" name="直線矢印コネクタ 17">
              <a:extLst>
                <a:ext uri="{FF2B5EF4-FFF2-40B4-BE49-F238E27FC236}">
                  <a16:creationId xmlns:a16="http://schemas.microsoft.com/office/drawing/2014/main" id="{0E01A612-91FF-88FC-4F0B-E05F60757E5A}"/>
                </a:ext>
              </a:extLst>
            </p:cNvPr>
            <p:cNvCxnSpPr>
              <a:cxnSpLocks noChangeShapeType="1"/>
              <a:stCxn id="2067" idx="3"/>
              <a:endCxn id="2063" idx="6"/>
            </p:cNvCxnSpPr>
            <p:nvPr/>
          </p:nvCxnSpPr>
          <p:spPr bwMode="auto">
            <a:xfrm>
              <a:off x="1483177" y="2638467"/>
              <a:ext cx="575221" cy="320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069" name="グループ化 18">
              <a:extLst>
                <a:ext uri="{FF2B5EF4-FFF2-40B4-BE49-F238E27FC236}">
                  <a16:creationId xmlns:a16="http://schemas.microsoft.com/office/drawing/2014/main" id="{2A89EEDB-B266-EB49-DC49-B09A96079C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3399" y="2276004"/>
              <a:ext cx="914412" cy="733551"/>
              <a:chOff x="2744726" y="3298865"/>
              <a:chExt cx="914400" cy="733425"/>
            </a:xfrm>
          </p:grpSpPr>
          <p:grpSp>
            <p:nvGrpSpPr>
              <p:cNvPr id="2138" name="Group 864">
                <a:extLst>
                  <a:ext uri="{FF2B5EF4-FFF2-40B4-BE49-F238E27FC236}">
                    <a16:creationId xmlns:a16="http://schemas.microsoft.com/office/drawing/2014/main" id="{212AF921-A8AD-9142-EE81-08FB99549C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44726" y="3298865"/>
                <a:ext cx="914400" cy="733425"/>
                <a:chOff x="1843" y="1698"/>
                <a:chExt cx="576" cy="462"/>
              </a:xfrm>
            </p:grpSpPr>
            <p:grpSp>
              <p:nvGrpSpPr>
                <p:cNvPr id="2140" name="Group 60">
                  <a:extLst>
                    <a:ext uri="{FF2B5EF4-FFF2-40B4-BE49-F238E27FC236}">
                      <a16:creationId xmlns:a16="http://schemas.microsoft.com/office/drawing/2014/main" id="{4E381D5A-5A52-C83D-487E-F37C8FEDAC7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42" name="Line 55">
                    <a:extLst>
                      <a:ext uri="{FF2B5EF4-FFF2-40B4-BE49-F238E27FC236}">
                        <a16:creationId xmlns:a16="http://schemas.microsoft.com/office/drawing/2014/main" id="{2652CF3C-B0EF-581E-4452-195C94926B3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43" name="AutoShape 56">
                    <a:extLst>
                      <a:ext uri="{FF2B5EF4-FFF2-40B4-BE49-F238E27FC236}">
                        <a16:creationId xmlns:a16="http://schemas.microsoft.com/office/drawing/2014/main" id="{424A1083-03D5-5590-4361-2E3305004D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41" name="Freeform 863">
                  <a:extLst>
                    <a:ext uri="{FF2B5EF4-FFF2-40B4-BE49-F238E27FC236}">
                      <a16:creationId xmlns:a16="http://schemas.microsoft.com/office/drawing/2014/main" id="{DC9CA4D6-786A-45CD-04F8-BC4A1233D0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2139" name="Text Box 42">
                <a:extLst>
                  <a:ext uri="{FF2B5EF4-FFF2-40B4-BE49-F238E27FC236}">
                    <a16:creationId xmlns:a16="http://schemas.microsoft.com/office/drawing/2014/main" id="{7CC006DA-8B9A-7773-C6B2-162356C3AE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63150" y="3389808"/>
                <a:ext cx="308094" cy="5231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1400">
                    <a:cs typeface="Times New Roman" panose="02020603050405020304" pitchFamily="18" charset="0"/>
                  </a:rPr>
                  <a:t>1</a:t>
                </a:r>
                <a:br>
                  <a:rPr lang="en-US" altLang="en-US" sz="1400">
                    <a:cs typeface="Times New Roman" panose="02020603050405020304" pitchFamily="18" charset="0"/>
                  </a:rPr>
                </a:br>
                <a:r>
                  <a:rPr lang="en-US" altLang="ja-JP" sz="1400">
                    <a:ea typeface="ＭＳ Ｐゴシック" panose="020B0600070205080204" pitchFamily="50" charset="-128"/>
                    <a:cs typeface="Times New Roman" panose="02020603050405020304" pitchFamily="18" charset="0"/>
                  </a:rPr>
                  <a:t>π</a:t>
                </a:r>
                <a:endParaRPr lang="en-US" altLang="en-US" sz="1400"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0" name="Text Box 42">
              <a:extLst>
                <a:ext uri="{FF2B5EF4-FFF2-40B4-BE49-F238E27FC236}">
                  <a16:creationId xmlns:a16="http://schemas.microsoft.com/office/drawing/2014/main" id="{F92D4C11-48B1-5579-767F-93BA50293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4319" y="2132013"/>
              <a:ext cx="620713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Duty</a:t>
              </a:r>
              <a:br>
                <a:rPr lang="en-US" altLang="en-US" sz="12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-1</a:t>
              </a:r>
              <a:r>
                <a:rPr lang="ja-JP" altLang="en-US" sz="1200" dirty="0">
                  <a:latin typeface="+mj-lt"/>
                  <a:cs typeface="Times New Roman" panose="02020603050405020304" pitchFamily="18" charset="0"/>
                </a:rPr>
                <a:t> </a:t>
              </a:r>
              <a:r>
                <a:rPr lang="en-US" altLang="ja-JP" sz="1200" dirty="0">
                  <a:latin typeface="+mj-lt"/>
                  <a:cs typeface="Times New Roman" panose="02020603050405020304" pitchFamily="18" charset="0"/>
                </a:rPr>
                <a:t>to 1</a:t>
              </a:r>
              <a:endParaRPr lang="en-US" altLang="en-US" sz="1200" dirty="0">
                <a:latin typeface="+mj-lt"/>
                <a:cs typeface="Times New Roman" panose="02020603050405020304" pitchFamily="18" charset="0"/>
              </a:endParaRPr>
            </a:p>
          </p:txBody>
        </p:sp>
        <p:grpSp>
          <p:nvGrpSpPr>
            <p:cNvPr id="2071" name="グループ化 20">
              <a:extLst>
                <a:ext uri="{FF2B5EF4-FFF2-40B4-BE49-F238E27FC236}">
                  <a16:creationId xmlns:a16="http://schemas.microsoft.com/office/drawing/2014/main" id="{8AE8B882-A2E7-8B9B-8FF6-B1B2E4B3F1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30987" y="2274907"/>
              <a:ext cx="914412" cy="733551"/>
              <a:chOff x="3940565" y="3304121"/>
              <a:chExt cx="914400" cy="733425"/>
            </a:xfrm>
          </p:grpSpPr>
          <p:grpSp>
            <p:nvGrpSpPr>
              <p:cNvPr id="2132" name="Group 864">
                <a:extLst>
                  <a:ext uri="{FF2B5EF4-FFF2-40B4-BE49-F238E27FC236}">
                    <a16:creationId xmlns:a16="http://schemas.microsoft.com/office/drawing/2014/main" id="{7E09E743-E57E-6701-2B8E-BEFCD5AA8D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34" name="Group 60">
                  <a:extLst>
                    <a:ext uri="{FF2B5EF4-FFF2-40B4-BE49-F238E27FC236}">
                      <a16:creationId xmlns:a16="http://schemas.microsoft.com/office/drawing/2014/main" id="{6D706C6A-60C2-0B7A-0FF3-D58773AC9EE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36" name="Line 55">
                    <a:extLst>
                      <a:ext uri="{FF2B5EF4-FFF2-40B4-BE49-F238E27FC236}">
                        <a16:creationId xmlns:a16="http://schemas.microsoft.com/office/drawing/2014/main" id="{972378CF-56DE-D7AA-F5D4-86BE6BE1217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37" name="AutoShape 56">
                    <a:extLst>
                      <a:ext uri="{FF2B5EF4-FFF2-40B4-BE49-F238E27FC236}">
                        <a16:creationId xmlns:a16="http://schemas.microsoft.com/office/drawing/2014/main" id="{E2E28778-363B-2553-4FE8-8AA12907E4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35" name="Freeform 863">
                  <a:extLst>
                    <a:ext uri="{FF2B5EF4-FFF2-40B4-BE49-F238E27FC236}">
                      <a16:creationId xmlns:a16="http://schemas.microsoft.com/office/drawing/2014/main" id="{7F52EED9-F50B-B57B-4D0B-807E3217E1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83" name="Text Box 42">
                <a:extLst>
                  <a:ext uri="{FF2B5EF4-FFF2-40B4-BE49-F238E27FC236}">
                    <a16:creationId xmlns:a16="http://schemas.microsoft.com/office/drawing/2014/main" id="{12315BC0-7EC3-8958-D0B3-963FAC324E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620" y="3496156"/>
                <a:ext cx="563556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Ibias</a:t>
                </a:r>
                <a:endParaRPr lang="en-US" altLang="en-US" sz="1600" dirty="0">
                  <a:latin typeface="+mj-lt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2072" name="グループ化 21">
              <a:extLst>
                <a:ext uri="{FF2B5EF4-FFF2-40B4-BE49-F238E27FC236}">
                  <a16:creationId xmlns:a16="http://schemas.microsoft.com/office/drawing/2014/main" id="{2E261675-6C61-27DD-A759-C264B773F6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73445" y="2279288"/>
              <a:ext cx="1012838" cy="733551"/>
              <a:chOff x="5645385" y="3311463"/>
              <a:chExt cx="1012825" cy="733425"/>
            </a:xfrm>
          </p:grpSpPr>
          <p:grpSp>
            <p:nvGrpSpPr>
              <p:cNvPr id="2126" name="Group 864">
                <a:extLst>
                  <a:ext uri="{FF2B5EF4-FFF2-40B4-BE49-F238E27FC236}">
                    <a16:creationId xmlns:a16="http://schemas.microsoft.com/office/drawing/2014/main" id="{6CEA5ED2-0B41-48BF-FE95-6B7EEAF013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645385" y="3311463"/>
                <a:ext cx="1012825" cy="733425"/>
                <a:chOff x="1843" y="1698"/>
                <a:chExt cx="638" cy="462"/>
              </a:xfrm>
            </p:grpSpPr>
            <p:grpSp>
              <p:nvGrpSpPr>
                <p:cNvPr id="2128" name="Group 60">
                  <a:extLst>
                    <a:ext uri="{FF2B5EF4-FFF2-40B4-BE49-F238E27FC236}">
                      <a16:creationId xmlns:a16="http://schemas.microsoft.com/office/drawing/2014/main" id="{CA221370-8ED4-C8E7-DD60-19767D4C8EF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982" y="1698"/>
                  <a:ext cx="499" cy="461"/>
                  <a:chOff x="3595" y="3427"/>
                  <a:chExt cx="499" cy="461"/>
                </a:xfrm>
              </p:grpSpPr>
              <p:sp>
                <p:nvSpPr>
                  <p:cNvPr id="2130" name="Line 55">
                    <a:extLst>
                      <a:ext uri="{FF2B5EF4-FFF2-40B4-BE49-F238E27FC236}">
                        <a16:creationId xmlns:a16="http://schemas.microsoft.com/office/drawing/2014/main" id="{837B8C50-DD01-63F4-7CB4-C77593B701D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917" y="3653"/>
                    <a:ext cx="177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31" name="AutoShape 56">
                    <a:extLst>
                      <a:ext uri="{FF2B5EF4-FFF2-40B4-BE49-F238E27FC236}">
                        <a16:creationId xmlns:a16="http://schemas.microsoft.com/office/drawing/2014/main" id="{81DD66F7-127C-CB9B-7770-1A06EFC740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29" name="Freeform 863">
                  <a:extLst>
                    <a:ext uri="{FF2B5EF4-FFF2-40B4-BE49-F238E27FC236}">
                      <a16:creationId xmlns:a16="http://schemas.microsoft.com/office/drawing/2014/main" id="{1E1A0787-A9F1-E5C1-AF12-4DCFA66FCFD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77" name="Text Box 42">
                <a:extLst>
                  <a:ext uri="{FF2B5EF4-FFF2-40B4-BE49-F238E27FC236}">
                    <a16:creationId xmlns:a16="http://schemas.microsoft.com/office/drawing/2014/main" id="{C463E7A8-6268-43EA-A83D-CC9A411896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1731" y="3517636"/>
                <a:ext cx="584192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Kvco</a:t>
                </a:r>
              </a:p>
            </p:txBody>
          </p:sp>
        </p:grpSp>
        <p:sp>
          <p:nvSpPr>
            <p:cNvPr id="2074" name="Freeform 863">
              <a:extLst>
                <a:ext uri="{FF2B5EF4-FFF2-40B4-BE49-F238E27FC236}">
                  <a16:creationId xmlns:a16="http://schemas.microsoft.com/office/drawing/2014/main" id="{C641B2C6-BEC3-DAC3-9741-C044052D50A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139383" y="4930325"/>
              <a:ext cx="914412" cy="731964"/>
            </a:xfrm>
            <a:custGeom>
              <a:avLst/>
              <a:gdLst>
                <a:gd name="T0" fmla="*/ 0 w 576"/>
                <a:gd name="T1" fmla="*/ 582157285 h 461"/>
                <a:gd name="T2" fmla="*/ 289818763 w 576"/>
                <a:gd name="T3" fmla="*/ 1161793619 h 461"/>
                <a:gd name="T4" fmla="*/ 1451610000 w 576"/>
                <a:gd name="T5" fmla="*/ 582157285 h 461"/>
                <a:gd name="T6" fmla="*/ 289818763 w 576"/>
                <a:gd name="T7" fmla="*/ 0 h 461"/>
                <a:gd name="T8" fmla="*/ 0 w 576"/>
                <a:gd name="T9" fmla="*/ 582157285 h 4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" h="461">
                  <a:moveTo>
                    <a:pt x="0" y="231"/>
                  </a:moveTo>
                  <a:lnTo>
                    <a:pt x="115" y="461"/>
                  </a:lnTo>
                  <a:lnTo>
                    <a:pt x="576" y="231"/>
                  </a:lnTo>
                  <a:lnTo>
                    <a:pt x="115" y="0"/>
                  </a:lnTo>
                  <a:lnTo>
                    <a:pt x="0" y="231"/>
                  </a:lnTo>
                  <a:close/>
                </a:path>
              </a:pathLst>
            </a:cu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ja-JP" altLang="en-US"/>
            </a:p>
          </p:txBody>
        </p:sp>
        <p:sp>
          <p:nvSpPr>
            <p:cNvPr id="26" name="Text Box 42">
              <a:extLst>
                <a:ext uri="{FF2B5EF4-FFF2-40B4-BE49-F238E27FC236}">
                  <a16:creationId xmlns:a16="http://schemas.microsoft.com/office/drawing/2014/main" id="{122E5B42-E231-9A82-190E-486DB4E7F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082" y="1727200"/>
              <a:ext cx="46839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PD</a:t>
              </a:r>
            </a:p>
          </p:txBody>
        </p:sp>
        <p:sp>
          <p:nvSpPr>
            <p:cNvPr id="27" name="Text Box 42">
              <a:extLst>
                <a:ext uri="{FF2B5EF4-FFF2-40B4-BE49-F238E27FC236}">
                  <a16:creationId xmlns:a16="http://schemas.microsoft.com/office/drawing/2014/main" id="{2A5718A8-7994-8629-6BDC-40B0CB5E9A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6757" y="1481138"/>
              <a:ext cx="889000" cy="584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Charge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 pump</a:t>
              </a:r>
            </a:p>
          </p:txBody>
        </p:sp>
        <p:grpSp>
          <p:nvGrpSpPr>
            <p:cNvPr id="2079" name="グループ化 28">
              <a:extLst>
                <a:ext uri="{FF2B5EF4-FFF2-40B4-BE49-F238E27FC236}">
                  <a16:creationId xmlns:a16="http://schemas.microsoft.com/office/drawing/2014/main" id="{C44610D6-B8C9-A85E-CD6A-A2D2FB3623D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3614" y="2274907"/>
              <a:ext cx="914412" cy="733551"/>
              <a:chOff x="3940565" y="3304121"/>
              <a:chExt cx="914400" cy="733425"/>
            </a:xfrm>
          </p:grpSpPr>
          <p:grpSp>
            <p:nvGrpSpPr>
              <p:cNvPr id="2120" name="Group 864">
                <a:extLst>
                  <a:ext uri="{FF2B5EF4-FFF2-40B4-BE49-F238E27FC236}">
                    <a16:creationId xmlns:a16="http://schemas.microsoft.com/office/drawing/2014/main" id="{D69F7AE8-4E4C-BCA5-9BD2-155EC2A227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22" name="Group 60">
                  <a:extLst>
                    <a:ext uri="{FF2B5EF4-FFF2-40B4-BE49-F238E27FC236}">
                      <a16:creationId xmlns:a16="http://schemas.microsoft.com/office/drawing/2014/main" id="{7F8F0230-3EC8-684C-9BF2-447162B969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24" name="Line 55">
                    <a:extLst>
                      <a:ext uri="{FF2B5EF4-FFF2-40B4-BE49-F238E27FC236}">
                        <a16:creationId xmlns:a16="http://schemas.microsoft.com/office/drawing/2014/main" id="{14787746-5246-BF35-E545-CE6446A9225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25" name="AutoShape 56">
                    <a:extLst>
                      <a:ext uri="{FF2B5EF4-FFF2-40B4-BE49-F238E27FC236}">
                        <a16:creationId xmlns:a16="http://schemas.microsoft.com/office/drawing/2014/main" id="{B79190C5-BC07-DF28-8605-9F9FF10B2B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23" name="Freeform 863">
                  <a:extLst>
                    <a:ext uri="{FF2B5EF4-FFF2-40B4-BE49-F238E27FC236}">
                      <a16:creationId xmlns:a16="http://schemas.microsoft.com/office/drawing/2014/main" id="{DC927B82-4B7E-BA03-66A4-BCA8CC7FF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71" name="Text Box 42">
                <a:extLst>
                  <a:ext uri="{FF2B5EF4-FFF2-40B4-BE49-F238E27FC236}">
                    <a16:creationId xmlns:a16="http://schemas.microsoft.com/office/drawing/2014/main" id="{F3D5D34E-B7D1-0464-B002-EFDDBAEA2E8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17218" y="3540598"/>
                <a:ext cx="414333" cy="30792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R1</a:t>
                </a:r>
              </a:p>
            </p:txBody>
          </p:sp>
        </p:grpSp>
        <p:cxnSp>
          <p:nvCxnSpPr>
            <p:cNvPr id="2080" name="直線コネクタ 29">
              <a:extLst>
                <a:ext uri="{FF2B5EF4-FFF2-40B4-BE49-F238E27FC236}">
                  <a16:creationId xmlns:a16="http://schemas.microsoft.com/office/drawing/2014/main" id="{4ED4BD73-8BE5-3D34-A785-516BF154428D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2937730" y="2641398"/>
              <a:ext cx="311031" cy="6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31" name="Text Box 42">
              <a:extLst>
                <a:ext uri="{FF2B5EF4-FFF2-40B4-BE49-F238E27FC236}">
                  <a16:creationId xmlns:a16="http://schemas.microsoft.com/office/drawing/2014/main" id="{D6ABCD8F-6849-939E-0243-762A96137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54332" y="5867400"/>
              <a:ext cx="1909762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External</a:t>
              </a:r>
              <a:b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 10.7MHzBPF</a:t>
              </a:r>
            </a:p>
          </p:txBody>
        </p:sp>
        <p:sp>
          <p:nvSpPr>
            <p:cNvPr id="32" name="Text Box 42">
              <a:extLst>
                <a:ext uri="{FF2B5EF4-FFF2-40B4-BE49-F238E27FC236}">
                  <a16:creationId xmlns:a16="http://schemas.microsoft.com/office/drawing/2014/main" id="{6C76EDAF-15EB-582F-C7B5-82B09626E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1732" y="2132013"/>
              <a:ext cx="1096962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Current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-Ibias to Ibias</a:t>
              </a:r>
            </a:p>
          </p:txBody>
        </p:sp>
        <p:sp>
          <p:nvSpPr>
            <p:cNvPr id="33" name="Text Box 42">
              <a:extLst>
                <a:ext uri="{FF2B5EF4-FFF2-40B4-BE49-F238E27FC236}">
                  <a16:creationId xmlns:a16="http://schemas.microsoft.com/office/drawing/2014/main" id="{3FAE491C-BB49-6749-4F47-01AA7D90F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84769" y="2132013"/>
              <a:ext cx="695325" cy="46196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Voltage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Vin</a:t>
              </a:r>
            </a:p>
          </p:txBody>
        </p:sp>
        <p:sp>
          <p:nvSpPr>
            <p:cNvPr id="34" name="Text Box 42">
              <a:extLst>
                <a:ext uri="{FF2B5EF4-FFF2-40B4-BE49-F238E27FC236}">
                  <a16:creationId xmlns:a16="http://schemas.microsoft.com/office/drawing/2014/main" id="{AF5067AF-43C2-E852-0EF4-8F970E0E4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5357" y="2290763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sp>
          <p:nvSpPr>
            <p:cNvPr id="35" name="Text Box 42">
              <a:extLst>
                <a:ext uri="{FF2B5EF4-FFF2-40B4-BE49-F238E27FC236}">
                  <a16:creationId xmlns:a16="http://schemas.microsoft.com/office/drawing/2014/main" id="{43497EFC-7CE3-77D1-7283-349CE70ED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8046" y="1865313"/>
              <a:ext cx="481221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FM</a:t>
              </a:r>
              <a:br>
                <a:rPr lang="en-US" altLang="en-US" sz="16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in</a:t>
              </a:r>
            </a:p>
          </p:txBody>
        </p:sp>
        <p:cxnSp>
          <p:nvCxnSpPr>
            <p:cNvPr id="2086" name="Straight Connector 19">
              <a:extLst>
                <a:ext uri="{FF2B5EF4-FFF2-40B4-BE49-F238E27FC236}">
                  <a16:creationId xmlns:a16="http://schemas.microsoft.com/office/drawing/2014/main" id="{719670BC-1EB0-F720-5306-03082EF0FDC7}"/>
                </a:ext>
              </a:extLst>
            </p:cNvPr>
            <p:cNvCxnSpPr>
              <a:cxnSpLocks noChangeShapeType="1"/>
              <a:stCxn id="2136" idx="1"/>
              <a:endCxn id="2124" idx="0"/>
            </p:cNvCxnSpPr>
            <p:nvPr/>
          </p:nvCxnSpPr>
          <p:spPr bwMode="auto">
            <a:xfrm flipV="1">
              <a:off x="4645398" y="2641683"/>
              <a:ext cx="348215" cy="1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87" name="Rectangle 485">
              <a:extLst>
                <a:ext uri="{FF2B5EF4-FFF2-40B4-BE49-F238E27FC236}">
                  <a16:creationId xmlns:a16="http://schemas.microsoft.com/office/drawing/2014/main" id="{D0D8F930-C35E-1002-5293-1E868ED44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8026" y="3442727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3600" b="1">
                  <a:ea typeface="ＭＳ Ｐゴシック" panose="020B0600070205080204" pitchFamily="50" charset="-128"/>
                </a:rPr>
                <a:t>∫</a:t>
              </a:r>
              <a:endParaRPr lang="en-US" altLang="en-US" sz="3600" b="1"/>
            </a:p>
          </p:txBody>
        </p:sp>
        <p:grpSp>
          <p:nvGrpSpPr>
            <p:cNvPr id="2088" name="グループ化 37">
              <a:extLst>
                <a:ext uri="{FF2B5EF4-FFF2-40B4-BE49-F238E27FC236}">
                  <a16:creationId xmlns:a16="http://schemas.microsoft.com/office/drawing/2014/main" id="{F55C6F3F-6BA8-59CD-6CEC-014AC928C9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93614" y="3425778"/>
              <a:ext cx="914412" cy="733551"/>
              <a:chOff x="3940565" y="3304121"/>
              <a:chExt cx="914400" cy="733425"/>
            </a:xfrm>
          </p:grpSpPr>
          <p:grpSp>
            <p:nvGrpSpPr>
              <p:cNvPr id="2114" name="Group 864">
                <a:extLst>
                  <a:ext uri="{FF2B5EF4-FFF2-40B4-BE49-F238E27FC236}">
                    <a16:creationId xmlns:a16="http://schemas.microsoft.com/office/drawing/2014/main" id="{FA9D086E-3CDC-AB82-EE8D-0FC30D3646B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40565" y="3304121"/>
                <a:ext cx="914400" cy="733425"/>
                <a:chOff x="1843" y="1698"/>
                <a:chExt cx="576" cy="462"/>
              </a:xfrm>
            </p:grpSpPr>
            <p:grpSp>
              <p:nvGrpSpPr>
                <p:cNvPr id="2116" name="Group 60">
                  <a:extLst>
                    <a:ext uri="{FF2B5EF4-FFF2-40B4-BE49-F238E27FC236}">
                      <a16:creationId xmlns:a16="http://schemas.microsoft.com/office/drawing/2014/main" id="{0CE67B3F-51E9-531E-3FB4-CBFC52F332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843" y="1698"/>
                  <a:ext cx="576" cy="461"/>
                  <a:chOff x="3456" y="3427"/>
                  <a:chExt cx="576" cy="461"/>
                </a:xfrm>
              </p:grpSpPr>
              <p:sp>
                <p:nvSpPr>
                  <p:cNvPr id="2118" name="Line 55">
                    <a:extLst>
                      <a:ext uri="{FF2B5EF4-FFF2-40B4-BE49-F238E27FC236}">
                        <a16:creationId xmlns:a16="http://schemas.microsoft.com/office/drawing/2014/main" id="{F56D5A9D-0E7E-21A5-04BB-9DB67420E99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456" y="3658"/>
                    <a:ext cx="576" cy="0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ja-JP" altLang="en-US"/>
                  </a:p>
                </p:txBody>
              </p:sp>
              <p:sp>
                <p:nvSpPr>
                  <p:cNvPr id="2119" name="AutoShape 56">
                    <a:extLst>
                      <a:ext uri="{FF2B5EF4-FFF2-40B4-BE49-F238E27FC236}">
                        <a16:creationId xmlns:a16="http://schemas.microsoft.com/office/drawing/2014/main" id="{7E4F87CF-6801-EE7C-A1A1-1BAB68DEDD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 rot="5400000">
                    <a:off x="3525" y="3497"/>
                    <a:ext cx="461" cy="322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bg1"/>
                  </a:solidFill>
                  <a:ln w="19050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rot="10800000" vert="eaVert" wrap="none" anchor="ctr"/>
                  <a:lstStyle>
                    <a:lvl1pPr>
                      <a:spcBef>
                        <a:spcPct val="20000"/>
                      </a:spcBef>
                      <a:buChar char="•"/>
                      <a:defRPr sz="32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marL="742950" indent="-285750">
                      <a:spcBef>
                        <a:spcPct val="20000"/>
                      </a:spcBef>
                      <a:buChar char="–"/>
                      <a:defRPr sz="28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har char="•"/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har char="–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har char="»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FontTx/>
                      <a:buNone/>
                    </a:pPr>
                    <a:endParaRPr lang="en-US" altLang="en-US" sz="1800"/>
                  </a:p>
                </p:txBody>
              </p:sp>
            </p:grpSp>
            <p:sp>
              <p:nvSpPr>
                <p:cNvPr id="2117" name="Freeform 863">
                  <a:extLst>
                    <a:ext uri="{FF2B5EF4-FFF2-40B4-BE49-F238E27FC236}">
                      <a16:creationId xmlns:a16="http://schemas.microsoft.com/office/drawing/2014/main" id="{FFA03CA2-7FBE-59F5-EE51-3F5BE478B2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43" y="1699"/>
                  <a:ext cx="576" cy="461"/>
                </a:xfrm>
                <a:custGeom>
                  <a:avLst/>
                  <a:gdLst>
                    <a:gd name="T0" fmla="*/ 0 w 576"/>
                    <a:gd name="T1" fmla="*/ 231 h 461"/>
                    <a:gd name="T2" fmla="*/ 115 w 576"/>
                    <a:gd name="T3" fmla="*/ 461 h 461"/>
                    <a:gd name="T4" fmla="*/ 576 w 576"/>
                    <a:gd name="T5" fmla="*/ 231 h 461"/>
                    <a:gd name="T6" fmla="*/ 115 w 576"/>
                    <a:gd name="T7" fmla="*/ 0 h 461"/>
                    <a:gd name="T8" fmla="*/ 0 w 576"/>
                    <a:gd name="T9" fmla="*/ 231 h 46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576" h="461">
                      <a:moveTo>
                        <a:pt x="0" y="231"/>
                      </a:moveTo>
                      <a:lnTo>
                        <a:pt x="115" y="461"/>
                      </a:lnTo>
                      <a:lnTo>
                        <a:pt x="576" y="231"/>
                      </a:lnTo>
                      <a:lnTo>
                        <a:pt x="115" y="0"/>
                      </a:lnTo>
                      <a:lnTo>
                        <a:pt x="0" y="231"/>
                      </a:lnTo>
                      <a:close/>
                    </a:path>
                  </a:pathLst>
                </a:cu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ja-JP" altLang="en-US"/>
                </a:p>
              </p:txBody>
            </p:sp>
          </p:grpSp>
          <p:sp>
            <p:nvSpPr>
              <p:cNvPr id="65" name="Text Box 42">
                <a:extLst>
                  <a:ext uri="{FF2B5EF4-FFF2-40B4-BE49-F238E27FC236}">
                    <a16:creationId xmlns:a16="http://schemas.microsoft.com/office/drawing/2014/main" id="{EAEE2F80-21B2-008B-1DF4-071996A1CE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056" y="3404164"/>
                <a:ext cx="414332" cy="5221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  <a:defRPr/>
                </a:pP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1</a:t>
                </a:r>
                <a:b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</a:br>
                <a:r>
                  <a:rPr lang="en-US" altLang="en-US" sz="1400" dirty="0">
                    <a:latin typeface="+mj-lt"/>
                    <a:cs typeface="Times New Roman" panose="02020603050405020304" pitchFamily="18" charset="0"/>
                  </a:rPr>
                  <a:t>C1</a:t>
                </a:r>
              </a:p>
            </p:txBody>
          </p:sp>
        </p:grpSp>
        <p:cxnSp>
          <p:nvCxnSpPr>
            <p:cNvPr id="2089" name="直線コネクタ 38">
              <a:extLst>
                <a:ext uri="{FF2B5EF4-FFF2-40B4-BE49-F238E27FC236}">
                  <a16:creationId xmlns:a16="http://schemas.microsoft.com/office/drawing/2014/main" id="{0F569052-CF8C-455C-768E-971B16F5AC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5265996" y="3793191"/>
              <a:ext cx="311031" cy="6496"/>
            </a:xfrm>
            <a:prstGeom prst="lin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2107" name="Group 347">
              <a:extLst>
                <a:ext uri="{FF2B5EF4-FFF2-40B4-BE49-F238E27FC236}">
                  <a16:creationId xmlns:a16="http://schemas.microsoft.com/office/drawing/2014/main" id="{4E63EE32-9B74-3AF4-2A98-54B861F41A7E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6283450" y="2332056"/>
              <a:ext cx="1909788" cy="766895"/>
              <a:chOff x="525" y="3600"/>
              <a:chExt cx="1203" cy="483"/>
            </a:xfrm>
          </p:grpSpPr>
          <p:sp>
            <p:nvSpPr>
              <p:cNvPr id="2109" name="Oval 339">
                <a:extLst>
                  <a:ext uri="{FF2B5EF4-FFF2-40B4-BE49-F238E27FC236}">
                    <a16:creationId xmlns:a16="http://schemas.microsoft.com/office/drawing/2014/main" id="{82942591-F336-103D-B5C5-E1AA7B829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3715"/>
                <a:ext cx="346" cy="346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110" name="Line 340">
                <a:extLst>
                  <a:ext uri="{FF2B5EF4-FFF2-40B4-BE49-F238E27FC236}">
                    <a16:creationId xmlns:a16="http://schemas.microsoft.com/office/drawing/2014/main" id="{C10DF90C-3506-194C-66FC-4D47193F69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1671" y="383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1" name="Line 341">
                <a:extLst>
                  <a:ext uri="{FF2B5EF4-FFF2-40B4-BE49-F238E27FC236}">
                    <a16:creationId xmlns:a16="http://schemas.microsoft.com/office/drawing/2014/main" id="{7DAFF64B-8140-5B81-243F-710DE7425C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5400000">
                <a:off x="896" y="3516"/>
                <a:ext cx="0" cy="74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2" name="Line 345">
                <a:extLst>
                  <a:ext uri="{FF2B5EF4-FFF2-40B4-BE49-F238E27FC236}">
                    <a16:creationId xmlns:a16="http://schemas.microsoft.com/office/drawing/2014/main" id="{A36C033E-DBCF-A720-597C-E331D621BF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3600"/>
                <a:ext cx="0" cy="11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ja-JP" altLang="en-US"/>
              </a:p>
            </p:txBody>
          </p:sp>
          <p:sp>
            <p:nvSpPr>
              <p:cNvPr id="2113" name="Text Box 346">
                <a:extLst>
                  <a:ext uri="{FF2B5EF4-FFF2-40B4-BE49-F238E27FC236}">
                    <a16:creationId xmlns:a16="http://schemas.microsoft.com/office/drawing/2014/main" id="{CD0BD819-678A-59F8-40DD-71CBE35E201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" y="3679"/>
                <a:ext cx="28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algn="ctr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en-US" sz="3600" dirty="0"/>
                  <a:t>+</a:t>
                </a:r>
              </a:p>
            </p:txBody>
          </p:sp>
        </p:grpSp>
        <p:cxnSp>
          <p:nvCxnSpPr>
            <p:cNvPr id="2091" name="Straight Connector 19">
              <a:extLst>
                <a:ext uri="{FF2B5EF4-FFF2-40B4-BE49-F238E27FC236}">
                  <a16:creationId xmlns:a16="http://schemas.microsoft.com/office/drawing/2014/main" id="{53249B08-1D7F-6983-40D4-900982280971}"/>
                </a:ext>
              </a:extLst>
            </p:cNvPr>
            <p:cNvCxnSpPr>
              <a:cxnSpLocks noChangeShapeType="1"/>
              <a:stCxn id="2124" idx="1"/>
              <a:endCxn id="2110" idx="0"/>
            </p:cNvCxnSpPr>
            <p:nvPr/>
          </p:nvCxnSpPr>
          <p:spPr bwMode="auto">
            <a:xfrm>
              <a:off x="5908026" y="2641684"/>
              <a:ext cx="374633" cy="782"/>
            </a:xfrm>
            <a:prstGeom prst="lin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92" name="コネクタ: カギ線 41">
              <a:extLst>
                <a:ext uri="{FF2B5EF4-FFF2-40B4-BE49-F238E27FC236}">
                  <a16:creationId xmlns:a16="http://schemas.microsoft.com/office/drawing/2014/main" id="{5C1828DF-8D96-B1DB-05C5-7DF9E972269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6200000" flipH="1">
              <a:off x="4384758" y="3190832"/>
              <a:ext cx="1156414" cy="61297"/>
            </a:xfrm>
            <a:prstGeom prst="bentConnector3">
              <a:avLst>
                <a:gd name="adj1" fmla="val 99431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3" name="Oval 813">
              <a:extLst>
                <a:ext uri="{FF2B5EF4-FFF2-40B4-BE49-F238E27FC236}">
                  <a16:creationId xmlns:a16="http://schemas.microsoft.com/office/drawing/2014/main" id="{D991664A-4D58-8B88-F19B-CD988926C0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780" y="2596420"/>
              <a:ext cx="92076" cy="9209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2094" name="コネクタ: カギ線 43">
              <a:extLst>
                <a:ext uri="{FF2B5EF4-FFF2-40B4-BE49-F238E27FC236}">
                  <a16:creationId xmlns:a16="http://schemas.microsoft.com/office/drawing/2014/main" id="{E50C469D-9F36-F237-CD77-48D34865ADCC}"/>
                </a:ext>
              </a:extLst>
            </p:cNvPr>
            <p:cNvCxnSpPr>
              <a:cxnSpLocks noChangeShapeType="1"/>
              <a:stCxn id="2087" idx="3"/>
              <a:endCxn id="2112" idx="0"/>
            </p:cNvCxnSpPr>
            <p:nvPr/>
          </p:nvCxnSpPr>
          <p:spPr bwMode="auto">
            <a:xfrm flipV="1">
              <a:off x="6563956" y="3098951"/>
              <a:ext cx="176701" cy="709595"/>
            </a:xfrm>
            <a:prstGeom prst="bentConnector4">
              <a:avLst>
                <a:gd name="adj1" fmla="val 50000"/>
                <a:gd name="adj2" fmla="val 5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2095" name="Rectangle 485">
              <a:extLst>
                <a:ext uri="{FF2B5EF4-FFF2-40B4-BE49-F238E27FC236}">
                  <a16:creationId xmlns:a16="http://schemas.microsoft.com/office/drawing/2014/main" id="{45FE7289-5AD9-8469-DABE-7C75B075FF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4007" y="2285460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ja-JP" altLang="en-US" sz="3600" b="1">
                  <a:ea typeface="ＭＳ Ｐゴシック" panose="020B0600070205080204" pitchFamily="50" charset="-128"/>
                </a:rPr>
                <a:t>∫</a:t>
              </a:r>
              <a:endParaRPr lang="en-US" altLang="en-US" sz="3600" b="1"/>
            </a:p>
          </p:txBody>
        </p:sp>
        <p:sp>
          <p:nvSpPr>
            <p:cNvPr id="2097" name="Freeform 229">
              <a:extLst>
                <a:ext uri="{FF2B5EF4-FFF2-40B4-BE49-F238E27FC236}">
                  <a16:creationId xmlns:a16="http://schemas.microsoft.com/office/drawing/2014/main" id="{E82EF4DF-2E36-3D62-4731-340679DF36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09550" y="2466446"/>
              <a:ext cx="593725" cy="330200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74149 w 288"/>
                <a:gd name="T5" fmla="*/ 330143 h 115"/>
                <a:gd name="T6" fmla="*/ 593717 w 288"/>
                <a:gd name="T7" fmla="*/ 163636 h 115"/>
                <a:gd name="T8" fmla="*/ 474149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ja-JP" sz="1600" dirty="0" err="1">
                  <a:ea typeface="ＭＳ Ｐゴシック" panose="020B0600070205080204" pitchFamily="50" charset="-128"/>
                  <a:cs typeface="Times New Roman" panose="02020603050405020304" pitchFamily="18" charset="0"/>
                </a:rPr>
                <a:t>vout</a:t>
              </a:r>
              <a:endParaRPr lang="ja-JP" altLang="en-US" sz="1600" dirty="0">
                <a:ea typeface="ＭＳ Ｐゴシック" panose="020B0600070205080204" pitchFamily="50" charset="-128"/>
                <a:cs typeface="Times New Roman" panose="02020603050405020304" pitchFamily="18" charset="0"/>
              </a:endParaRPr>
            </a:p>
          </p:txBody>
        </p:sp>
        <p:sp>
          <p:nvSpPr>
            <p:cNvPr id="48" name="Text Box 42">
              <a:extLst>
                <a:ext uri="{FF2B5EF4-FFF2-40B4-BE49-F238E27FC236}">
                  <a16:creationId xmlns:a16="http://schemas.microsoft.com/office/drawing/2014/main" id="{0F7F9646-F21A-053B-0F80-1E015BBDB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00628" y="2774950"/>
              <a:ext cx="1712328" cy="58477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FM Demodulator</a:t>
              </a:r>
              <a:br>
                <a:rPr lang="en-US" altLang="en-US" sz="1600" dirty="0">
                  <a:latin typeface="+mj-lt"/>
                  <a:cs typeface="Times New Roman" panose="02020603050405020304" pitchFamily="18" charset="0"/>
                </a:rPr>
              </a:b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 out</a:t>
              </a:r>
            </a:p>
          </p:txBody>
        </p:sp>
        <p:sp>
          <p:nvSpPr>
            <p:cNvPr id="50" name="Text Box 42">
              <a:extLst>
                <a:ext uri="{FF2B5EF4-FFF2-40B4-BE49-F238E27FC236}">
                  <a16:creationId xmlns:a16="http://schemas.microsoft.com/office/drawing/2014/main" id="{F3D74971-2403-63A8-D85C-26A8004BB4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51194" y="1727200"/>
              <a:ext cx="2124075" cy="33813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b="1" dirty="0">
                  <a:latin typeface="+mj-lt"/>
                  <a:cs typeface="Times New Roman" panose="02020603050405020304" pitchFamily="18" charset="0"/>
                </a:rPr>
                <a:t>Loop filter</a:t>
              </a:r>
            </a:p>
          </p:txBody>
        </p:sp>
        <p:cxnSp>
          <p:nvCxnSpPr>
            <p:cNvPr id="2101" name="コネクタ: カギ線 50">
              <a:extLst>
                <a:ext uri="{FF2B5EF4-FFF2-40B4-BE49-F238E27FC236}">
                  <a16:creationId xmlns:a16="http://schemas.microsoft.com/office/drawing/2014/main" id="{882DC4FA-0D68-5A8D-014B-2CE4ECFC1C01}"/>
                </a:ext>
              </a:extLst>
            </p:cNvPr>
            <p:cNvCxnSpPr>
              <a:cxnSpLocks noChangeShapeType="1"/>
              <a:endCxn id="2063" idx="0"/>
            </p:cNvCxnSpPr>
            <p:nvPr/>
          </p:nvCxnSpPr>
          <p:spPr bwMode="auto">
            <a:xfrm rot="10800000">
              <a:off x="2333040" y="2916358"/>
              <a:ext cx="2989703" cy="2379156"/>
            </a:xfrm>
            <a:prstGeom prst="bentConnector2">
              <a:avLst/>
            </a:prstGeom>
            <a:noFill/>
            <a:ln w="19050" algn="ctr">
              <a:solidFill>
                <a:schemeClr val="tx1"/>
              </a:solidFill>
              <a:round/>
              <a:headEnd type="none" w="lg" len="lg"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103" name="コネクタ: カギ線 52">
              <a:extLst>
                <a:ext uri="{FF2B5EF4-FFF2-40B4-BE49-F238E27FC236}">
                  <a16:creationId xmlns:a16="http://schemas.microsoft.com/office/drawing/2014/main" id="{E26A7B91-1D93-E1BF-7FA2-D7B2A1E41674}"/>
                </a:ext>
              </a:extLst>
            </p:cNvPr>
            <p:cNvCxnSpPr>
              <a:cxnSpLocks noChangeShapeType="1"/>
              <a:stCxn id="2095" idx="3"/>
            </p:cNvCxnSpPr>
            <p:nvPr/>
          </p:nvCxnSpPr>
          <p:spPr bwMode="auto">
            <a:xfrm flipH="1">
              <a:off x="5856071" y="2651279"/>
              <a:ext cx="4533866" cy="2639065"/>
            </a:xfrm>
            <a:prstGeom prst="bentConnector3">
              <a:avLst>
                <a:gd name="adj1" fmla="val -5042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6" name="Text Box 42">
              <a:extLst>
                <a:ext uri="{FF2B5EF4-FFF2-40B4-BE49-F238E27FC236}">
                  <a16:creationId xmlns:a16="http://schemas.microsoft.com/office/drawing/2014/main" id="{9B2F7523-C0D1-540E-B8D1-A25E6A3E7F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8064" y="4950211"/>
              <a:ext cx="619125" cy="27781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Phase</a:t>
              </a:r>
            </a:p>
          </p:txBody>
        </p:sp>
        <p:grpSp>
          <p:nvGrpSpPr>
            <p:cNvPr id="13" name="Group 358">
              <a:extLst>
                <a:ext uri="{FF2B5EF4-FFF2-40B4-BE49-F238E27FC236}">
                  <a16:creationId xmlns:a16="http://schemas.microsoft.com/office/drawing/2014/main" id="{1CB46074-B989-68CC-42FB-60C94E49AE7B}"/>
                </a:ext>
              </a:extLst>
            </p:cNvPr>
            <p:cNvGrpSpPr>
              <a:grpSpLocks/>
            </p:cNvGrpSpPr>
            <p:nvPr/>
          </p:nvGrpSpPr>
          <p:grpSpPr bwMode="auto">
            <a:xfrm rot="10800000">
              <a:off x="8819595" y="2331344"/>
              <a:ext cx="914412" cy="766895"/>
              <a:chOff x="749" y="3427"/>
              <a:chExt cx="576" cy="483"/>
            </a:xfrm>
          </p:grpSpPr>
          <p:grpSp>
            <p:nvGrpSpPr>
              <p:cNvPr id="14" name="Group 347">
                <a:extLst>
                  <a:ext uri="{FF2B5EF4-FFF2-40B4-BE49-F238E27FC236}">
                    <a16:creationId xmlns:a16="http://schemas.microsoft.com/office/drawing/2014/main" id="{D4C8E2E9-D24C-AADA-0F45-23E73B665BE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49" y="3506"/>
                <a:ext cx="461" cy="404"/>
                <a:chOff x="1152" y="3679"/>
                <a:chExt cx="461" cy="404"/>
              </a:xfrm>
            </p:grpSpPr>
            <p:sp>
              <p:nvSpPr>
                <p:cNvPr id="16" name="Oval 339">
                  <a:extLst>
                    <a:ext uri="{FF2B5EF4-FFF2-40B4-BE49-F238E27FC236}">
                      <a16:creationId xmlns:a16="http://schemas.microsoft.com/office/drawing/2014/main" id="{9970DA2A-8F15-E5C5-F202-907354C6CE2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67" y="3715"/>
                  <a:ext cx="346" cy="346"/>
                </a:xfrm>
                <a:prstGeom prst="ellipse">
                  <a:avLst/>
                </a:prstGeom>
                <a:solidFill>
                  <a:srgbClr val="FFFFFF"/>
                </a:solidFill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endParaRPr lang="en-US" altLang="en-US" sz="1800"/>
                </a:p>
              </p:txBody>
            </p:sp>
            <p:sp>
              <p:nvSpPr>
                <p:cNvPr id="18" name="Line 341">
                  <a:extLst>
                    <a:ext uri="{FF2B5EF4-FFF2-40B4-BE49-F238E27FC236}">
                      <a16:creationId xmlns:a16="http://schemas.microsoft.com/office/drawing/2014/main" id="{FCF2F03B-4D1C-7775-D56C-93D5EA6A708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1210" y="3830"/>
                  <a:ext cx="0" cy="11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ja-JP" altLang="en-US"/>
                </a:p>
              </p:txBody>
            </p:sp>
            <p:sp>
              <p:nvSpPr>
                <p:cNvPr id="21" name="Text Box 346">
                  <a:extLst>
                    <a:ext uri="{FF2B5EF4-FFF2-40B4-BE49-F238E27FC236}">
                      <a16:creationId xmlns:a16="http://schemas.microsoft.com/office/drawing/2014/main" id="{3648CDBE-712B-E750-D2EC-8361C98CC40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296" y="3679"/>
                  <a:ext cx="284" cy="40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9050" algn="ctr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3600" dirty="0"/>
                    <a:t>+</a:t>
                  </a:r>
                </a:p>
              </p:txBody>
            </p:sp>
          </p:grpSp>
          <p:sp>
            <p:nvSpPr>
              <p:cNvPr id="15" name="Freeform 357">
                <a:extLst>
                  <a:ext uri="{FF2B5EF4-FFF2-40B4-BE49-F238E27FC236}">
                    <a16:creationId xmlns:a16="http://schemas.microsoft.com/office/drawing/2014/main" id="{CBEF92FD-B958-2DFF-2B95-3D2DE2AFA3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3427"/>
                <a:ext cx="576" cy="288"/>
              </a:xfrm>
              <a:custGeom>
                <a:avLst/>
                <a:gdLst>
                  <a:gd name="T0" fmla="*/ 0 w 576"/>
                  <a:gd name="T1" fmla="*/ 288 h 288"/>
                  <a:gd name="T2" fmla="*/ 288 w 576"/>
                  <a:gd name="T3" fmla="*/ 0 h 288"/>
                  <a:gd name="T4" fmla="*/ 576 w 576"/>
                  <a:gd name="T5" fmla="*/ 288 h 288"/>
                  <a:gd name="T6" fmla="*/ 0 w 576"/>
                  <a:gd name="T7" fmla="*/ 288 h 28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76" h="288">
                    <a:moveTo>
                      <a:pt x="0" y="288"/>
                    </a:moveTo>
                    <a:lnTo>
                      <a:pt x="288" y="0"/>
                    </a:lnTo>
                    <a:lnTo>
                      <a:pt x="576" y="288"/>
                    </a:lnTo>
                    <a:lnTo>
                      <a:pt x="0" y="288"/>
                    </a:lnTo>
                    <a:close/>
                  </a:path>
                </a:pathLst>
              </a:cu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9050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ja-JP" altLang="en-US"/>
              </a:p>
            </p:txBody>
          </p:sp>
        </p:grpSp>
        <p:sp>
          <p:nvSpPr>
            <p:cNvPr id="42" name="Freeform 229">
              <a:extLst>
                <a:ext uri="{FF2B5EF4-FFF2-40B4-BE49-F238E27FC236}">
                  <a16:creationId xmlns:a16="http://schemas.microsoft.com/office/drawing/2014/main" id="{8D40A315-0B7F-2292-429B-90E6F80EC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7229900" y="3947577"/>
              <a:ext cx="1799790" cy="320762"/>
            </a:xfrm>
            <a:custGeom>
              <a:avLst/>
              <a:gdLst>
                <a:gd name="T0" fmla="*/ 0 w 288"/>
                <a:gd name="T1" fmla="*/ 0 h 115"/>
                <a:gd name="T2" fmla="*/ 0 w 288"/>
                <a:gd name="T3" fmla="*/ 330143 h 115"/>
                <a:gd name="T4" fmla="*/ 427242 w 288"/>
                <a:gd name="T5" fmla="*/ 330143 h 115"/>
                <a:gd name="T6" fmla="*/ 534981 w 288"/>
                <a:gd name="T7" fmla="*/ 163636 h 115"/>
                <a:gd name="T8" fmla="*/ 427242 w 288"/>
                <a:gd name="T9" fmla="*/ 0 h 115"/>
                <a:gd name="T10" fmla="*/ 0 w 288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88"/>
                <a:gd name="T19" fmla="*/ 0 h 115"/>
                <a:gd name="T20" fmla="*/ 288 w 288"/>
                <a:gd name="T21" fmla="*/ 115 h 11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88" h="115">
                  <a:moveTo>
                    <a:pt x="0" y="0"/>
                  </a:moveTo>
                  <a:lnTo>
                    <a:pt x="0" y="115"/>
                  </a:lnTo>
                  <a:lnTo>
                    <a:pt x="230" y="115"/>
                  </a:lnTo>
                  <a:lnTo>
                    <a:pt x="288" y="57"/>
                  </a:lnTo>
                  <a:lnTo>
                    <a:pt x="23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ja-JP" sz="1400" dirty="0"/>
                <a:t>CEN_FREQ_CUR</a:t>
              </a:r>
              <a:endParaRPr lang="ja-JP" altLang="en-US" sz="1400" dirty="0"/>
            </a:p>
          </p:txBody>
        </p:sp>
        <p:sp>
          <p:nvSpPr>
            <p:cNvPr id="43" name="Text Box 42">
              <a:extLst>
                <a:ext uri="{FF2B5EF4-FFF2-40B4-BE49-F238E27FC236}">
                  <a16:creationId xmlns:a16="http://schemas.microsoft.com/office/drawing/2014/main" id="{A5B693A3-4F17-BE76-5A4C-FC9EF369EB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87481" y="3575632"/>
              <a:ext cx="1878088" cy="33855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600" dirty="0">
                  <a:latin typeface="+mj-lt"/>
                  <a:cs typeface="Times New Roman" panose="02020603050405020304" pitchFamily="18" charset="0"/>
                </a:rPr>
                <a:t>Center Frequency</a:t>
              </a:r>
            </a:p>
          </p:txBody>
        </p:sp>
        <p:cxnSp>
          <p:nvCxnSpPr>
            <p:cNvPr id="44" name="コネクタ: カギ線 43">
              <a:extLst>
                <a:ext uri="{FF2B5EF4-FFF2-40B4-BE49-F238E27FC236}">
                  <a16:creationId xmlns:a16="http://schemas.microsoft.com/office/drawing/2014/main" id="{32099B90-8E12-1581-80EB-BC2398124CD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8552705" y="3373049"/>
              <a:ext cx="1188695" cy="277080"/>
            </a:xfrm>
            <a:prstGeom prst="bentConnector3">
              <a:avLst>
                <a:gd name="adj1" fmla="val -1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57" name="Text Box 42">
              <a:extLst>
                <a:ext uri="{FF2B5EF4-FFF2-40B4-BE49-F238E27FC236}">
                  <a16:creationId xmlns:a16="http://schemas.microsoft.com/office/drawing/2014/main" id="{E860C55F-1B91-B90D-E801-7809C27E9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276801" y="3867590"/>
              <a:ext cx="696024" cy="27699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  <a:defRPr/>
              </a:pPr>
              <a:r>
                <a:rPr lang="en-US" altLang="en-US" sz="1200" dirty="0">
                  <a:latin typeface="+mj-lt"/>
                  <a:cs typeface="Times New Roman" panose="02020603050405020304" pitchFamily="18" charset="0"/>
                </a:rPr>
                <a:t>Current</a:t>
              </a:r>
            </a:p>
          </p:txBody>
        </p:sp>
        <p:sp>
          <p:nvSpPr>
            <p:cNvPr id="10" name="Rectangle 485">
              <a:extLst>
                <a:ext uri="{FF2B5EF4-FFF2-40B4-BE49-F238E27FC236}">
                  <a16:creationId xmlns:a16="http://schemas.microsoft.com/office/drawing/2014/main" id="{78E8ADF9-7892-87F1-0DA5-7CA15E4C7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9040" y="4927152"/>
              <a:ext cx="655930" cy="731638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None/>
              </a:pPr>
              <a:r>
                <a:rPr lang="en-US" altLang="en-US" sz="1400" dirty="0">
                  <a:cs typeface="Times New Roman" panose="02020603050405020304" pitchFamily="18" charset="0"/>
                </a:rPr>
                <a:t>BPF</a:t>
              </a:r>
              <a:endParaRPr lang="en-US" altLang="en-US" sz="1400" dirty="0"/>
            </a:p>
          </p:txBody>
        </p:sp>
        <p:sp>
          <p:nvSpPr>
            <p:cNvPr id="11" name="Oval 813">
              <a:extLst>
                <a:ext uri="{FF2B5EF4-FFF2-40B4-BE49-F238E27FC236}">
                  <a16:creationId xmlns:a16="http://schemas.microsoft.com/office/drawing/2014/main" id="{CCCD94D9-2071-6E4C-079F-FCA4707466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12049" y="2596420"/>
              <a:ext cx="92076" cy="92091"/>
            </a:xfrm>
            <a:prstGeom prst="ellipse">
              <a:avLst/>
            </a:prstGeom>
            <a:solidFill>
              <a:schemeClr val="tx1"/>
            </a:solidFill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cxnSp>
          <p:nvCxnSpPr>
            <p:cNvPr id="12" name="コネクタ: カギ線 52">
              <a:extLst>
                <a:ext uri="{FF2B5EF4-FFF2-40B4-BE49-F238E27FC236}">
                  <a16:creationId xmlns:a16="http://schemas.microsoft.com/office/drawing/2014/main" id="{761B5245-80F2-4D24-241D-F4C0925468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 flipH="1" flipV="1">
              <a:off x="9387728" y="877250"/>
              <a:ext cx="3500" cy="3462781"/>
            </a:xfrm>
            <a:prstGeom prst="bentConnector4">
              <a:avLst>
                <a:gd name="adj1" fmla="val 32173343"/>
                <a:gd name="adj2" fmla="val 94450"/>
              </a:avLst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</p:spTree>
    <p:extLst>
      <p:ext uri="{BB962C8B-B14F-4D97-AF65-F5344CB8AC3E}">
        <p14:creationId xmlns:p14="http://schemas.microsoft.com/office/powerpoint/2010/main" val="2282260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コンテンツ プレースホルダー 5">
            <a:extLst>
              <a:ext uri="{FF2B5EF4-FFF2-40B4-BE49-F238E27FC236}">
                <a16:creationId xmlns:a16="http://schemas.microsoft.com/office/drawing/2014/main" id="{AD2C197D-A5BD-B53D-33E3-D1C79C1E83A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52767671"/>
              </p:ext>
            </p:extLst>
          </p:nvPr>
        </p:nvGraphicFramePr>
        <p:xfrm>
          <a:off x="581739" y="1304924"/>
          <a:ext cx="461346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Target Spec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count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37921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lang="en-US" altLang="ja-JP" sz="1600" dirty="0"/>
                        <a:t>Estimated Area </a:t>
                      </a:r>
                      <a:endParaRPr kumimoji="1" lang="ja-JP" altLang="en-US" sz="1600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999um2</a:t>
                      </a:r>
                      <a:endParaRPr kumimoji="1" lang="ja-JP" alt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0910220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Vdd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　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3.3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3.6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3599181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0.8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2.5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5666457"/>
                  </a:ext>
                </a:extLst>
              </a:tr>
              <a:tr h="309033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7014809"/>
                  </a:ext>
                </a:extLst>
              </a:tr>
            </a:tbl>
          </a:graphicData>
        </a:graphic>
      </p:graphicFrame>
      <p:sp>
        <p:nvSpPr>
          <p:cNvPr id="4" name="タイトル 3">
            <a:extLst>
              <a:ext uri="{FF2B5EF4-FFF2-40B4-BE49-F238E27FC236}">
                <a16:creationId xmlns:a16="http://schemas.microsoft.com/office/drawing/2014/main" id="{B50BB0EF-A062-6862-8714-56BFB7E47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Specification (T.B.D)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BE0040F0-2F09-10D6-D2EA-BA4CFBECD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7" name="コンテンツ プレースホルダー 6">
            <a:extLst>
              <a:ext uri="{FF2B5EF4-FFF2-40B4-BE49-F238E27FC236}">
                <a16:creationId xmlns:a16="http://schemas.microsoft.com/office/drawing/2014/main" id="{B3133462-E6C4-3C2B-A539-9291370A5AA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729780348"/>
              </p:ext>
            </p:extLst>
          </p:nvPr>
        </p:nvGraphicFramePr>
        <p:xfrm>
          <a:off x="6096000" y="1304924"/>
          <a:ext cx="5416866" cy="412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4362">
                  <a:extLst>
                    <a:ext uri="{9D8B030D-6E8A-4147-A177-3AD203B41FA5}">
                      <a16:colId xmlns:a16="http://schemas.microsoft.com/office/drawing/2014/main" val="2348467210"/>
                    </a:ext>
                  </a:extLst>
                </a:gridCol>
                <a:gridCol w="1894205">
                  <a:extLst>
                    <a:ext uri="{9D8B030D-6E8A-4147-A177-3AD203B41FA5}">
                      <a16:colId xmlns:a16="http://schemas.microsoft.com/office/drawing/2014/main" val="3856292543"/>
                    </a:ext>
                  </a:extLst>
                </a:gridCol>
                <a:gridCol w="2908299">
                  <a:extLst>
                    <a:ext uri="{9D8B030D-6E8A-4147-A177-3AD203B41FA5}">
                      <a16:colId xmlns:a16="http://schemas.microsoft.com/office/drawing/2014/main" val="184798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Pin name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Notes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20974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1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3.3V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6186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2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GND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5845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3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Reference </a:t>
                      </a:r>
                      <a:r>
                        <a:rPr kumimoji="1" lang="en-US" altLang="ja-JP" sz="1600" dirty="0" err="1"/>
                        <a:t>clk</a:t>
                      </a:r>
                      <a:r>
                        <a:rPr kumimoji="1" lang="en-US" altLang="ja-JP" sz="1600" dirty="0"/>
                        <a:t> input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2332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4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PLL_OUT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436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5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CEN_FREQ_CUR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Center frequency bias current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599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MODE_SEL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Hi: Use FM demodulator</a:t>
                      </a:r>
                      <a:br>
                        <a:rPr kumimoji="1" lang="en-US" altLang="ja-JP" sz="1600" dirty="0"/>
                      </a:br>
                      <a:r>
                        <a:rPr kumimoji="1" lang="en-US" altLang="ja-JP" sz="1600" dirty="0"/>
                        <a:t>Low: Use Clock multiplier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0466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7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EXT_FIL_OUT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To Band pass filter 10.7MHz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1220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/>
                        <a:t>EXT_FIL_IN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From Band pass filter 10.7MHz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7576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DMOD_OUT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FM demodulator output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6164135"/>
                  </a:ext>
                </a:extLst>
              </a:tr>
            </a:tbl>
          </a:graphicData>
        </a:graphic>
      </p:graphicFrame>
      <p:graphicFrame>
        <p:nvGraphicFramePr>
          <p:cNvPr id="8" name="コンテンツ プレースホルダー 5">
            <a:extLst>
              <a:ext uri="{FF2B5EF4-FFF2-40B4-BE49-F238E27FC236}">
                <a16:creationId xmlns:a16="http://schemas.microsoft.com/office/drawing/2014/main" id="{A4344AB0-7713-B48D-D723-479B42D0857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0239457"/>
              </p:ext>
            </p:extLst>
          </p:nvPr>
        </p:nvGraphicFramePr>
        <p:xfrm>
          <a:off x="581739" y="3316604"/>
          <a:ext cx="4613466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66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Clock multiplier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pll_out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79.9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80.1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536074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Divider ratio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1/8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7864350"/>
                  </a:ext>
                </a:extLst>
              </a:tr>
              <a:tr h="2966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  <p:graphicFrame>
        <p:nvGraphicFramePr>
          <p:cNvPr id="9" name="コンテンツ プレースホルダー 5">
            <a:extLst>
              <a:ext uri="{FF2B5EF4-FFF2-40B4-BE49-F238E27FC236}">
                <a16:creationId xmlns:a16="http://schemas.microsoft.com/office/drawing/2014/main" id="{85130EE0-E336-1F8A-A18F-D11B87AA20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35099130"/>
              </p:ext>
            </p:extLst>
          </p:nvPr>
        </p:nvGraphicFramePr>
        <p:xfrm>
          <a:off x="581739" y="4993004"/>
          <a:ext cx="466426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>
                  <a:extLst>
                    <a:ext uri="{9D8B030D-6E8A-4147-A177-3AD203B41FA5}">
                      <a16:colId xmlns:a16="http://schemas.microsoft.com/office/drawing/2014/main" val="154831313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979554057"/>
                    </a:ext>
                  </a:extLst>
                </a:gridCol>
                <a:gridCol w="635826">
                  <a:extLst>
                    <a:ext uri="{9D8B030D-6E8A-4147-A177-3AD203B41FA5}">
                      <a16:colId xmlns:a16="http://schemas.microsoft.com/office/drawing/2014/main" val="3970738261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8755607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FM demodulator mode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Min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 err="1"/>
                        <a:t>Typ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600" dirty="0"/>
                        <a:t>Max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18747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pll_in</a:t>
                      </a:r>
                      <a:r>
                        <a:rPr kumimoji="1" lang="en-US" altLang="ja-JP" sz="1600" dirty="0"/>
                        <a:t>  frequency [MHz]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76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90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510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dmod_out</a:t>
                      </a:r>
                      <a:r>
                        <a:rPr kumimoji="1" lang="en-US" altLang="ja-JP" sz="1600" dirty="0"/>
                        <a:t> voltage</a:t>
                      </a:r>
                      <a:r>
                        <a:rPr kumimoji="1" lang="ja-JP" altLang="en-US" sz="1600" dirty="0"/>
                        <a:t> </a:t>
                      </a:r>
                      <a:r>
                        <a:rPr kumimoji="1" lang="en-US" altLang="ja-JP" sz="1600" dirty="0"/>
                        <a:t>[V]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 err="1"/>
                        <a:t>vdd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21663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600" dirty="0" err="1"/>
                        <a:t>Cen_freq_cur</a:t>
                      </a:r>
                      <a:r>
                        <a:rPr kumimoji="1" lang="en-US" altLang="ja-JP" sz="1600" dirty="0"/>
                        <a:t> [</a:t>
                      </a:r>
                      <a:r>
                        <a:rPr kumimoji="1" lang="en-US" altLang="ja-JP" sz="1600" dirty="0" err="1"/>
                        <a:t>uA</a:t>
                      </a:r>
                      <a:r>
                        <a:rPr kumimoji="1" lang="en-US" altLang="ja-JP" sz="1600" dirty="0"/>
                        <a:t>]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10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-</a:t>
                      </a:r>
                      <a:endParaRPr kumimoji="1" lang="ja-JP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600" dirty="0"/>
                        <a:t>110</a:t>
                      </a:r>
                      <a:endParaRPr kumimoji="1" lang="ja-JP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13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575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3B1F0520-4772-1CCE-0FC9-F1F92F600E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350"/>
          <a:stretch>
            <a:fillRect/>
          </a:stretch>
        </p:blipFill>
        <p:spPr>
          <a:xfrm>
            <a:off x="834749" y="1304924"/>
            <a:ext cx="10344702" cy="5513779"/>
          </a:xfrm>
          <a:prstGeom prst="rect">
            <a:avLst/>
          </a:prstGeom>
        </p:spPr>
      </p:pic>
      <p:sp>
        <p:nvSpPr>
          <p:cNvPr id="3" name="タイトル 2">
            <a:extLst>
              <a:ext uri="{FF2B5EF4-FFF2-40B4-BE49-F238E27FC236}">
                <a16:creationId xmlns:a16="http://schemas.microsoft.com/office/drawing/2014/main" id="{0F22BFC1-AE56-F2AA-743A-9C4FA79C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- VCO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7EE652C-3F55-30C2-F90A-F9B10F2E0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204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35E838A-36D1-B492-8FC8-ED802AF31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ACB53DB-E021-6375-C179-8A41BBF34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Circuit design – module name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C1A7860-127B-7A8F-4476-1C7B8CCE1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235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8E821E95-ADA8-046E-B08F-1B5A0774B9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097931-AB23-7D29-D4E6-D31B4564B0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ja-JP" dirty="0"/>
              <a:t>Put evaluation result here</a:t>
            </a:r>
          </a:p>
          <a:p>
            <a:r>
              <a:rPr lang="en-US" altLang="ja-JP" dirty="0"/>
              <a:t>Insert graph to left</a:t>
            </a:r>
            <a:endParaRPr kumimoji="1" lang="ja-JP" altLang="en-US" dirty="0"/>
          </a:p>
        </p:txBody>
      </p:sp>
      <p:sp>
        <p:nvSpPr>
          <p:cNvPr id="4" name="タイトル 3">
            <a:extLst>
              <a:ext uri="{FF2B5EF4-FFF2-40B4-BE49-F238E27FC236}">
                <a16:creationId xmlns:a16="http://schemas.microsoft.com/office/drawing/2014/main" id="{CC843D2A-552D-462C-8120-7EA63ECC3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Evaluation  (T.B.D)</a:t>
            </a:r>
            <a:endParaRPr kumimoji="1" lang="ja-JP" altLang="en-US" dirty="0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652CE29-8A9D-6409-11C7-265EF3F9D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5597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7162B3FE-41CF-1328-04BE-A0EEDC5F6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2414803D-E310-A41A-C609-5A30833CC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Layout  (T.B.D)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0371B8-4BD7-094C-E931-E9F81166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26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コンテンツ プレースホルダー 1">
            <a:extLst>
              <a:ext uri="{FF2B5EF4-FFF2-40B4-BE49-F238E27FC236}">
                <a16:creationId xmlns:a16="http://schemas.microsoft.com/office/drawing/2014/main" id="{A56755F5-107D-B479-ECCA-359A74C30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1E052469-AE57-8547-D621-EDA39478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PEX &amp; Validation (T.B.D)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DB8ECA-E2EA-D79B-1CAC-330C0377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49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02579838-756A-2434-9886-069A9309A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00690991"/>
              </p:ext>
            </p:extLst>
          </p:nvPr>
        </p:nvGraphicFramePr>
        <p:xfrm>
          <a:off x="300039" y="1484313"/>
          <a:ext cx="10413797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953">
                  <a:extLst>
                    <a:ext uri="{9D8B030D-6E8A-4147-A177-3AD203B41FA5}">
                      <a16:colId xmlns:a16="http://schemas.microsoft.com/office/drawing/2014/main" val="549919120"/>
                    </a:ext>
                  </a:extLst>
                </a:gridCol>
                <a:gridCol w="1059180">
                  <a:extLst>
                    <a:ext uri="{9D8B030D-6E8A-4147-A177-3AD203B41FA5}">
                      <a16:colId xmlns:a16="http://schemas.microsoft.com/office/drawing/2014/main" val="2098475569"/>
                    </a:ext>
                  </a:extLst>
                </a:gridCol>
                <a:gridCol w="4335780">
                  <a:extLst>
                    <a:ext uri="{9D8B030D-6E8A-4147-A177-3AD203B41FA5}">
                      <a16:colId xmlns:a16="http://schemas.microsoft.com/office/drawing/2014/main" val="1908493959"/>
                    </a:ext>
                  </a:extLst>
                </a:gridCol>
                <a:gridCol w="3874884">
                  <a:extLst>
                    <a:ext uri="{9D8B030D-6E8A-4147-A177-3AD203B41FA5}">
                      <a16:colId xmlns:a16="http://schemas.microsoft.com/office/drawing/2014/main" val="4633171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Date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Event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Track Details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041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Team Formation Deadline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5874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June 12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Project Proposal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8449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Week 27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</a:rPr>
                        <a:t>July 3</a:t>
                      </a:r>
                    </a:p>
                  </a:txBody>
                  <a:tcPr marL="82550" marR="82550" marT="38100" marB="38100"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Schematic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330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July 10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(blocks) 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80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29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July 17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Simulation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9607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 err="1"/>
                        <a:t>READiness</a:t>
                      </a:r>
                      <a:r>
                        <a:rPr kumimoji="1" lang="en-US" altLang="ja-JP" dirty="0"/>
                        <a:t> Check &amp; Go/No-go Decision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230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33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14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(blocks)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3995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34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 21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Layout Review (top level)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922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Week 35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Aug. 28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Verification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4981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Chip Review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361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Final Submission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78756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Upload of Chip Test Results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5891245"/>
                  </a:ext>
                </a:extLst>
              </a:tr>
            </a:tbl>
          </a:graphicData>
        </a:graphic>
      </p:graphicFrame>
      <p:sp>
        <p:nvSpPr>
          <p:cNvPr id="3" name="タイトル 2">
            <a:extLst>
              <a:ext uri="{FF2B5EF4-FFF2-40B4-BE49-F238E27FC236}">
                <a16:creationId xmlns:a16="http://schemas.microsoft.com/office/drawing/2014/main" id="{520C28A6-7F70-A87A-A4B0-8781D2B3D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Schedule</a:t>
            </a:r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BBB472B-6A9E-44B2-131C-35D72B6AD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7B169-58CE-4E65-B1F9-ACF9E46440C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281098"/>
      </p:ext>
    </p:extLst>
  </p:cSld>
  <p:clrMapOvr>
    <a:masterClrMapping/>
  </p:clrMapOvr>
</p:sld>
</file>

<file path=ppt/theme/theme1.xml><?xml version="1.0" encoding="utf-8"?>
<a:theme xmlns:a="http://schemas.openxmlformats.org/drawingml/2006/main" name="ST PowerPoint Template 16x9">
  <a:themeElements>
    <a:clrScheme name="ST2024">
      <a:dk1>
        <a:srgbClr val="03234B"/>
      </a:dk1>
      <a:lt1>
        <a:srgbClr val="FFFFFF"/>
      </a:lt1>
      <a:dk2>
        <a:srgbClr val="525A63"/>
      </a:dk2>
      <a:lt2>
        <a:srgbClr val="EEEFF1"/>
      </a:lt2>
      <a:accent1>
        <a:srgbClr val="03234B"/>
      </a:accent1>
      <a:accent2>
        <a:srgbClr val="E6007E"/>
      </a:accent2>
      <a:accent3>
        <a:srgbClr val="3CB4E6"/>
      </a:accent3>
      <a:accent4>
        <a:srgbClr val="FFD200"/>
      </a:accent4>
      <a:accent5>
        <a:srgbClr val="49B170"/>
      </a:accent5>
      <a:accent6>
        <a:srgbClr val="04572F"/>
      </a:accent6>
      <a:hlink>
        <a:srgbClr val="3CB4E6"/>
      </a:hlink>
      <a:folHlink>
        <a:srgbClr val="8191A5"/>
      </a:folHlink>
    </a:clrScheme>
    <a:fontScheme name="ST BRAND 2019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buClr>
            <a:schemeClr val="bg1"/>
          </a:buClr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2225">
          <a:headEnd type="none"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ST_Template [16-9].potx" id="{1D6C4797-0390-488F-934B-6361D727849A}" vid="{E0CC9EDB-CDC5-4C80-AA9A-B10AD2A9AA13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2007</TotalTime>
  <Words>698</Words>
  <Application>Microsoft Office PowerPoint</Application>
  <PresentationFormat>ワイド画面</PresentationFormat>
  <Paragraphs>270</Paragraphs>
  <Slides>12</Slides>
  <Notes>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7" baseType="lpstr">
      <vt:lpstr>ＭＳ Ｐゴシック</vt:lpstr>
      <vt:lpstr>游ゴシック</vt:lpstr>
      <vt:lpstr>Arial</vt:lpstr>
      <vt:lpstr>Times New Roman</vt:lpstr>
      <vt:lpstr>ST PowerPoint Template 16x9</vt:lpstr>
      <vt:lpstr>General purpose PLL</vt:lpstr>
      <vt:lpstr>Agenda</vt:lpstr>
      <vt:lpstr>Project overview</vt:lpstr>
      <vt:lpstr>Block diagram - Clock multiplier mode</vt:lpstr>
      <vt:lpstr>Block diagram – FM demodulator mode</vt:lpstr>
      <vt:lpstr>Specification (T.B.D)</vt:lpstr>
      <vt:lpstr>Circuit design - VCO</vt:lpstr>
      <vt:lpstr>Circuit design – module name</vt:lpstr>
      <vt:lpstr>Evaluation  (T.B.D)</vt:lpstr>
      <vt:lpstr>Layout  (T.B.D)</vt:lpstr>
      <vt:lpstr>PEX &amp; Validation (T.B.D)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豊 小谷</dc:creator>
  <cp:lastModifiedBy>豊 小谷</cp:lastModifiedBy>
  <cp:revision>3</cp:revision>
  <dcterms:created xsi:type="dcterms:W3CDTF">2026-04-28T12:50:12Z</dcterms:created>
  <dcterms:modified xsi:type="dcterms:W3CDTF">2026-05-10T07:10:34Z</dcterms:modified>
</cp:coreProperties>
</file>